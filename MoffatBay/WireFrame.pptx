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8" r:id="rId4"/>
    <p:sldId id="259" r:id="rId5"/>
    <p:sldId id="261" r:id="rId6"/>
    <p:sldId id="262" r:id="rId7"/>
    <p:sldId id="268" r:id="rId8"/>
    <p:sldId id="272" r:id="rId9"/>
    <p:sldId id="271" r:id="rId10"/>
    <p:sldId id="269" r:id="rId11"/>
    <p:sldId id="273" r:id="rId12"/>
    <p:sldId id="263" r:id="rId13"/>
    <p:sldId id="264" r:id="rId14"/>
    <p:sldId id="265" r:id="rId15"/>
    <p:sldId id="266" r:id="rId16"/>
    <p:sldId id="267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551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3D925-69E9-3A6B-6065-6B3E9D94E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DBF614-2397-2B34-300B-E86DD1A099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974BA-589C-5A78-A0D0-A8D5B8780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AF137-36EF-453A-B705-24B2AABC5997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9F228-EF39-F274-7660-C4CC7A737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5958F-343A-3388-9B89-DFD23797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D8D16-D1D9-44BD-A7FD-BC15B4228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36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CEC56-0E1A-211C-1886-BC70D2EAC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16CE6-226D-3BCC-A57E-8CE98F964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DF214-4B78-5E3B-AE3B-975E1419D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AF137-36EF-453A-B705-24B2AABC5997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0BB8EF-3968-4EBE-019D-F2A6DFC89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14561-5943-08A2-F9D0-F04A03F1D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D8D16-D1D9-44BD-A7FD-BC15B4228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555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4FE80-61C6-6F86-FD3A-5BC3C7D82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E7ED67-2891-71BE-24D0-F45560AC01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30265-0B9C-2A9E-9041-A5D8D7B3D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AF137-36EF-453A-B705-24B2AABC5997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46913-B9BD-A7F3-70B2-22976004D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7C18B-147B-4773-814F-B114DD0CA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D8D16-D1D9-44BD-A7FD-BC15B4228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980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8E02C-24A5-2F22-BF45-84859273F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50B0F-B6B0-000F-C4F2-F497FEF9E1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4622CE-B700-404B-AEBF-6813156915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4884E2-8AFC-91AD-0926-BBBF5A490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AF137-36EF-453A-B705-24B2AABC5997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13C380-E321-B7A4-2CF3-B997CAB0D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13C012-346B-6538-0972-784708B7A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D8D16-D1D9-44BD-A7FD-BC15B4228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206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51E12-B7D5-07EA-0930-63435F842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71DB08-DDEC-C4F4-7F16-BA31E3567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E6667E-C995-762D-F215-0080E647A1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2C2138-C8DC-341B-FABF-E5656347DD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EAE96C-9A42-77CF-90C3-6F556122B7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898C34-8B9B-14DF-76A2-3C30BC993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AF137-36EF-453A-B705-24B2AABC5997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249DEF-68F4-91C5-3E63-6722E2161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FA27D4-3697-7B59-4BB4-18FBCD5D3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D8D16-D1D9-44BD-A7FD-BC15B4228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605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4E377-89B5-4A26-F397-E4544C340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EA2F0-B882-DF24-4E62-98821EEF6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AF137-36EF-453A-B705-24B2AABC5997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0280B7-7BB4-66DD-33B4-2216F4161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060C44-7AFD-0C52-0281-F89E98ECD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D8D16-D1D9-44BD-A7FD-BC15B4228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524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84646F-3506-A7A2-C668-49BBA53FC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AF137-36EF-453A-B705-24B2AABC5997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189BF9-4B0D-0291-12E4-0BD7B0F62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F9A2D6-1B37-DF6F-3BE9-47C4C56C3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D8D16-D1D9-44BD-A7FD-BC15B4228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726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C5F9E-0903-4B8F-732B-4B61F241E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4E9F9-08FF-AACB-6276-C42E1C6E4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22C616-88D1-6743-2EEF-0D822D30B1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8FF5D4-FF3B-7B6B-1D2F-968642872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AF137-36EF-453A-B705-24B2AABC5997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79E2EA-7FD0-2620-A7FA-DCBF8602B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86A5AE-016F-0664-C338-C74252700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D8D16-D1D9-44BD-A7FD-BC15B4228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587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C6057-1AA8-CD96-75AE-2DB0D8E36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6F9614-61E4-1F82-4AFC-3877B125F1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C2990F-B168-429B-AFA4-AEFCDEB354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DF6D2C-3DEF-4B7E-AB7D-AB17840B4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AF137-36EF-453A-B705-24B2AABC5997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15386-4B6F-608B-17AE-1BAE162D0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7B56D-12E8-F08E-7F2E-7172D989D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D8D16-D1D9-44BD-A7FD-BC15B4228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926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14556-E9E2-3B48-0239-384F77EFD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9EB8E1-A076-FFB7-4D27-9DC7E52C2A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A0EC6-7660-C221-8144-BE3512278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AF137-36EF-453A-B705-24B2AABC5997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CE587-DDE8-1E6D-A0A1-53A68ED8E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C49EE-9536-055E-562B-4D14227D5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D8D16-D1D9-44BD-A7FD-BC15B4228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526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A11569-3083-C795-799A-A7C21D9442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A58E6A-81AC-C8DC-0768-C6BEAC6738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0D732-BC23-76C5-3C93-5DC59B328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AF137-36EF-453A-B705-24B2AABC5997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B4C09-1D28-8612-6F64-36AB4F294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D1744-EA7A-EC54-F552-09762478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D8D16-D1D9-44BD-A7FD-BC15B4228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321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8BF689-3182-B9C7-1719-71C7450B4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F12987-2626-5635-AA5C-7A72A4007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74FF7-BE75-3877-6116-3A349E6659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3AF137-36EF-453A-B705-24B2AABC5997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2FD27-E0FC-11E2-9BE0-2B92A9614F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615A8-AF59-48F9-B31F-E60CEAEC09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CD8D16-D1D9-44BD-A7FD-BC15B4228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379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7" Type="http://schemas.openxmlformats.org/officeDocument/2006/relationships/slide" Target="slide7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2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Relationship Id="rId6" Type="http://schemas.openxmlformats.org/officeDocument/2006/relationships/slide" Target="slide8.xml"/><Relationship Id="rId5" Type="http://schemas.openxmlformats.org/officeDocument/2006/relationships/slide" Target="slide1.xml"/><Relationship Id="rId4" Type="http://schemas.openxmlformats.org/officeDocument/2006/relationships/slide" Target="slide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slide" Target="slide11.xml"/><Relationship Id="rId4" Type="http://schemas.openxmlformats.org/officeDocument/2006/relationships/slide" Target="slide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slide" Target="slide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slide" Target="slide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slide" Target="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7" Type="http://schemas.openxmlformats.org/officeDocument/2006/relationships/slide" Target="slide1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7.xml"/><Relationship Id="rId5" Type="http://schemas.openxmlformats.org/officeDocument/2006/relationships/slide" Target="slide16.xml"/><Relationship Id="rId4" Type="http://schemas.openxmlformats.org/officeDocument/2006/relationships/slide" Target="slide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7" Type="http://schemas.openxmlformats.org/officeDocument/2006/relationships/slide" Target="slide1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7.xml"/><Relationship Id="rId5" Type="http://schemas.openxmlformats.org/officeDocument/2006/relationships/slide" Target="slide16.xml"/><Relationship Id="rId4" Type="http://schemas.openxmlformats.org/officeDocument/2006/relationships/slide" Target="slide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7" Type="http://schemas.openxmlformats.org/officeDocument/2006/relationships/slide" Target="slide1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7.xml"/><Relationship Id="rId5" Type="http://schemas.openxmlformats.org/officeDocument/2006/relationships/slide" Target="slide16.xml"/><Relationship Id="rId4" Type="http://schemas.openxmlformats.org/officeDocument/2006/relationships/slide" Target="slide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7" Type="http://schemas.openxmlformats.org/officeDocument/2006/relationships/slide" Target="slide1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7.xml"/><Relationship Id="rId5" Type="http://schemas.openxmlformats.org/officeDocument/2006/relationships/slide" Target="slide16.xml"/><Relationship Id="rId4" Type="http://schemas.openxmlformats.org/officeDocument/2006/relationships/slide" Target="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7" Type="http://schemas.openxmlformats.org/officeDocument/2006/relationships/slide" Target="slide1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7.xml"/><Relationship Id="rId5" Type="http://schemas.openxmlformats.org/officeDocument/2006/relationships/slide" Target="slide16.xml"/><Relationship Id="rId4" Type="http://schemas.openxmlformats.org/officeDocument/2006/relationships/slide" Target="sl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7" Type="http://schemas.openxmlformats.org/officeDocument/2006/relationships/slide" Target="slide1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7.xml"/><Relationship Id="rId5" Type="http://schemas.openxmlformats.org/officeDocument/2006/relationships/slide" Target="slide16.xml"/><Relationship Id="rId4" Type="http://schemas.openxmlformats.org/officeDocument/2006/relationships/slide" Target="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8F108-9718-B0C3-F5CC-DB6D3ED6F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[Logo]			</a:t>
            </a:r>
            <a:r>
              <a:rPr lang="en-US" sz="2800" dirty="0"/>
              <a:t>Home   Rooms   Attractions   Contact   Login</a:t>
            </a:r>
            <a:endParaRPr lang="en-US" dirty="0"/>
          </a:p>
        </p:txBody>
      </p:sp>
      <p:sp>
        <p:nvSpPr>
          <p:cNvPr id="4" name="Action Button: Blank 3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FBE2B330-1BB7-33BA-4ABB-C1821D681A7D}"/>
              </a:ext>
            </a:extLst>
          </p:cNvPr>
          <p:cNvSpPr/>
          <p:nvPr/>
        </p:nvSpPr>
        <p:spPr>
          <a:xfrm>
            <a:off x="4539915" y="850232"/>
            <a:ext cx="963153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ction Button: Blank 5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51427813-9B8C-E87C-5CDA-91F749444340}"/>
              </a:ext>
            </a:extLst>
          </p:cNvPr>
          <p:cNvSpPr/>
          <p:nvPr/>
        </p:nvSpPr>
        <p:spPr>
          <a:xfrm>
            <a:off x="5634038" y="850232"/>
            <a:ext cx="1109662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ction Button: Blank 6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B10F8DC7-E656-27EF-055B-CDC45323634E}"/>
              </a:ext>
            </a:extLst>
          </p:cNvPr>
          <p:cNvSpPr/>
          <p:nvPr/>
        </p:nvSpPr>
        <p:spPr>
          <a:xfrm>
            <a:off x="6842760" y="850232"/>
            <a:ext cx="1676400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ction Button: Blank 7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C647F88C-F2FE-7ED1-2D8D-D9469937AA99}"/>
              </a:ext>
            </a:extLst>
          </p:cNvPr>
          <p:cNvSpPr/>
          <p:nvPr/>
        </p:nvSpPr>
        <p:spPr>
          <a:xfrm>
            <a:off x="8618220" y="850232"/>
            <a:ext cx="1341120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ction Button: Blank 8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2AC9BBEA-23AB-32EE-38BC-1044F3C57226}"/>
              </a:ext>
            </a:extLst>
          </p:cNvPr>
          <p:cNvSpPr/>
          <p:nvPr/>
        </p:nvSpPr>
        <p:spPr>
          <a:xfrm>
            <a:off x="10058400" y="850232"/>
            <a:ext cx="838200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ction Button: Blank 14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24C77206-932E-80F4-9D6F-A6390FD8CC17}"/>
              </a:ext>
            </a:extLst>
          </p:cNvPr>
          <p:cNvSpPr/>
          <p:nvPr/>
        </p:nvSpPr>
        <p:spPr>
          <a:xfrm>
            <a:off x="1090863" y="1575971"/>
            <a:ext cx="9805737" cy="1808914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C45E0F5-1A97-6017-719A-4DD21E3F61C7}"/>
              </a:ext>
            </a:extLst>
          </p:cNvPr>
          <p:cNvCxnSpPr/>
          <p:nvPr/>
        </p:nvCxnSpPr>
        <p:spPr>
          <a:xfrm>
            <a:off x="1090863" y="1575971"/>
            <a:ext cx="9805737" cy="18089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591B024-9493-8AA1-8649-2D969CFBE391}"/>
              </a:ext>
            </a:extLst>
          </p:cNvPr>
          <p:cNvCxnSpPr/>
          <p:nvPr/>
        </p:nvCxnSpPr>
        <p:spPr>
          <a:xfrm flipV="1">
            <a:off x="1090863" y="1575971"/>
            <a:ext cx="9805737" cy="18089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0BF8093-1ADA-F114-F725-3DDFB3081873}"/>
              </a:ext>
            </a:extLst>
          </p:cNvPr>
          <p:cNvSpPr txBox="1"/>
          <p:nvPr/>
        </p:nvSpPr>
        <p:spPr>
          <a:xfrm flipH="1">
            <a:off x="1136582" y="3400929"/>
            <a:ext cx="4654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Experience the Bay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7AC261-BE84-2083-69DF-99B4FA7945EC}"/>
              </a:ext>
            </a:extLst>
          </p:cNvPr>
          <p:cNvSpPr txBox="1"/>
          <p:nvPr/>
        </p:nvSpPr>
        <p:spPr>
          <a:xfrm flipH="1">
            <a:off x="1136582" y="3906255"/>
            <a:ext cx="2344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Featured Amenities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F4DD72-0175-CC8E-5E07-164962BDD6D7}"/>
              </a:ext>
            </a:extLst>
          </p:cNvPr>
          <p:cNvSpPr txBox="1"/>
          <p:nvPr/>
        </p:nvSpPr>
        <p:spPr>
          <a:xfrm flipH="1">
            <a:off x="1339113" y="4275587"/>
            <a:ext cx="618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3606FF-DA13-F8ED-584A-BE446CA97491}"/>
              </a:ext>
            </a:extLst>
          </p:cNvPr>
          <p:cNvSpPr txBox="1"/>
          <p:nvPr/>
        </p:nvSpPr>
        <p:spPr>
          <a:xfrm flipH="1">
            <a:off x="1339113" y="4644919"/>
            <a:ext cx="95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That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91CC9A-9DEB-A9EF-0DAF-E77219B17393}"/>
              </a:ext>
            </a:extLst>
          </p:cNvPr>
          <p:cNvSpPr txBox="1"/>
          <p:nvPr/>
        </p:nvSpPr>
        <p:spPr>
          <a:xfrm flipH="1">
            <a:off x="1339113" y="5014982"/>
            <a:ext cx="1195540" cy="368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Other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76879B-CFA7-4A2D-3CAF-A4C80A76DE13}"/>
              </a:ext>
            </a:extLst>
          </p:cNvPr>
          <p:cNvSpPr txBox="1"/>
          <p:nvPr/>
        </p:nvSpPr>
        <p:spPr>
          <a:xfrm flipH="1">
            <a:off x="1090863" y="5384314"/>
            <a:ext cx="2344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Room Previews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01B2B10-054A-9491-E48D-47CC30D28351}"/>
              </a:ext>
            </a:extLst>
          </p:cNvPr>
          <p:cNvGrpSpPr/>
          <p:nvPr/>
        </p:nvGrpSpPr>
        <p:grpSpPr>
          <a:xfrm>
            <a:off x="1138989" y="5851989"/>
            <a:ext cx="1806743" cy="1006011"/>
            <a:chOff x="888331" y="4479126"/>
            <a:chExt cx="9805737" cy="1808914"/>
          </a:xfrm>
        </p:grpSpPr>
        <p:sp>
          <p:nvSpPr>
            <p:cNvPr id="27" name="Action Button: Blank 26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125AC8DB-0157-306E-44E7-D4081547E27D}"/>
                </a:ext>
              </a:extLst>
            </p:cNvPr>
            <p:cNvSpPr/>
            <p:nvPr/>
          </p:nvSpPr>
          <p:spPr>
            <a:xfrm>
              <a:off x="888331" y="4479126"/>
              <a:ext cx="9805737" cy="1808914"/>
            </a:xfrm>
            <a:prstGeom prst="actionButtonBlank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772CBC-F9D8-DD33-3DE5-243FC1260206}"/>
                </a:ext>
              </a:extLst>
            </p:cNvPr>
            <p:cNvCxnSpPr>
              <a:cxnSpLocks/>
            </p:cNvCxnSpPr>
            <p:nvPr/>
          </p:nvCxnSpPr>
          <p:spPr>
            <a:xfrm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2763F8F-BADC-E57C-7C61-3CFDC68686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8C4DA9D-E335-A5C1-0FDE-868D66AB9380}"/>
              </a:ext>
            </a:extLst>
          </p:cNvPr>
          <p:cNvGrpSpPr/>
          <p:nvPr/>
        </p:nvGrpSpPr>
        <p:grpSpPr>
          <a:xfrm>
            <a:off x="3827295" y="5851989"/>
            <a:ext cx="1806743" cy="1006011"/>
            <a:chOff x="888331" y="4479126"/>
            <a:chExt cx="9805737" cy="1808914"/>
          </a:xfrm>
        </p:grpSpPr>
        <p:sp>
          <p:nvSpPr>
            <p:cNvPr id="34" name="Action Button: Blank 33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ED8887EC-8130-1611-D3B4-8E890113536E}"/>
                </a:ext>
              </a:extLst>
            </p:cNvPr>
            <p:cNvSpPr/>
            <p:nvPr/>
          </p:nvSpPr>
          <p:spPr>
            <a:xfrm>
              <a:off x="888331" y="4479126"/>
              <a:ext cx="9805737" cy="1808914"/>
            </a:xfrm>
            <a:prstGeom prst="actionButtonBlank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07A143B-56A5-A098-C1A7-CD3E64F63720}"/>
                </a:ext>
              </a:extLst>
            </p:cNvPr>
            <p:cNvCxnSpPr>
              <a:cxnSpLocks/>
            </p:cNvCxnSpPr>
            <p:nvPr/>
          </p:nvCxnSpPr>
          <p:spPr>
            <a:xfrm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8E2CB77-CB42-FC07-3210-AF2DA02A47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7211595-5808-7C69-ED13-A6D0348A12F2}"/>
              </a:ext>
            </a:extLst>
          </p:cNvPr>
          <p:cNvGrpSpPr/>
          <p:nvPr/>
        </p:nvGrpSpPr>
        <p:grpSpPr>
          <a:xfrm>
            <a:off x="6515601" y="5851989"/>
            <a:ext cx="1806743" cy="1006011"/>
            <a:chOff x="888331" y="4479126"/>
            <a:chExt cx="9805737" cy="1808914"/>
          </a:xfrm>
        </p:grpSpPr>
        <p:sp>
          <p:nvSpPr>
            <p:cNvPr id="38" name="Action Button: Blank 37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007EC1DF-3E57-D6D3-2690-888F9EB79FC6}"/>
                </a:ext>
              </a:extLst>
            </p:cNvPr>
            <p:cNvSpPr/>
            <p:nvPr/>
          </p:nvSpPr>
          <p:spPr>
            <a:xfrm>
              <a:off x="888331" y="4479126"/>
              <a:ext cx="9805737" cy="1808914"/>
            </a:xfrm>
            <a:prstGeom prst="actionButtonBlank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259A085-E09A-EA54-AC21-C4A886EDCE5B}"/>
                </a:ext>
              </a:extLst>
            </p:cNvPr>
            <p:cNvCxnSpPr>
              <a:cxnSpLocks/>
            </p:cNvCxnSpPr>
            <p:nvPr/>
          </p:nvCxnSpPr>
          <p:spPr>
            <a:xfrm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1FF3CBA-0DD4-3597-994A-2373BF9363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3FEC089-2CB6-F0B6-B3F3-4B156D375AB1}"/>
              </a:ext>
            </a:extLst>
          </p:cNvPr>
          <p:cNvGrpSpPr/>
          <p:nvPr/>
        </p:nvGrpSpPr>
        <p:grpSpPr>
          <a:xfrm>
            <a:off x="9203907" y="5851989"/>
            <a:ext cx="1806743" cy="1006011"/>
            <a:chOff x="888331" y="4479126"/>
            <a:chExt cx="9805737" cy="1808914"/>
          </a:xfrm>
        </p:grpSpPr>
        <p:sp>
          <p:nvSpPr>
            <p:cNvPr id="42" name="Action Button: Blank 41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85446601-DB23-6CA5-029E-A7DCC7DDEF14}"/>
                </a:ext>
              </a:extLst>
            </p:cNvPr>
            <p:cNvSpPr/>
            <p:nvPr/>
          </p:nvSpPr>
          <p:spPr>
            <a:xfrm>
              <a:off x="888331" y="4479126"/>
              <a:ext cx="9805737" cy="1808914"/>
            </a:xfrm>
            <a:prstGeom prst="actionButtonBlank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6101125A-42A7-7C66-AF0D-8CE0EBB28988}"/>
                </a:ext>
              </a:extLst>
            </p:cNvPr>
            <p:cNvCxnSpPr>
              <a:cxnSpLocks/>
            </p:cNvCxnSpPr>
            <p:nvPr/>
          </p:nvCxnSpPr>
          <p:spPr>
            <a:xfrm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206ED29D-1E56-EB62-FF83-BAEA33C0A8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34809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0B51497-91FA-B213-9B8E-1D51503FB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[Logo]			</a:t>
            </a:r>
            <a:r>
              <a:rPr lang="en-US" sz="2800" dirty="0"/>
              <a:t>Home   Rooms   Attractions   Contact   Login</a:t>
            </a:r>
            <a:endParaRPr lang="en-US" dirty="0"/>
          </a:p>
        </p:txBody>
      </p:sp>
      <p:sp>
        <p:nvSpPr>
          <p:cNvPr id="14" name="Action Button: Blank 13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41B7BD9A-6B94-A366-0D8D-464277F93A66}"/>
              </a:ext>
            </a:extLst>
          </p:cNvPr>
          <p:cNvSpPr/>
          <p:nvPr/>
        </p:nvSpPr>
        <p:spPr>
          <a:xfrm>
            <a:off x="4539915" y="850232"/>
            <a:ext cx="963153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ction Button: Blank 1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744BC158-10A1-9E37-64AB-93DDA2CFCF70}"/>
              </a:ext>
            </a:extLst>
          </p:cNvPr>
          <p:cNvSpPr/>
          <p:nvPr/>
        </p:nvSpPr>
        <p:spPr>
          <a:xfrm>
            <a:off x="5634038" y="850232"/>
            <a:ext cx="1109662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ction Button: Blank 15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DD1641AE-7791-7F9A-E829-1B0130D88870}"/>
              </a:ext>
            </a:extLst>
          </p:cNvPr>
          <p:cNvSpPr/>
          <p:nvPr/>
        </p:nvSpPr>
        <p:spPr>
          <a:xfrm>
            <a:off x="6842760" y="850232"/>
            <a:ext cx="1676400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ction Button: Blank 16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1B61A0AE-5BAD-0C60-9DA6-1E608E820BD7}"/>
              </a:ext>
            </a:extLst>
          </p:cNvPr>
          <p:cNvSpPr/>
          <p:nvPr/>
        </p:nvSpPr>
        <p:spPr>
          <a:xfrm>
            <a:off x="8618220" y="850232"/>
            <a:ext cx="1341120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ction Button: Blank 17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8735F37E-6A72-3013-77D7-57C9FBE2B32A}"/>
              </a:ext>
            </a:extLst>
          </p:cNvPr>
          <p:cNvSpPr/>
          <p:nvPr/>
        </p:nvSpPr>
        <p:spPr>
          <a:xfrm>
            <a:off x="10058400" y="850232"/>
            <a:ext cx="838200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79A4CB-8D85-14BC-8373-B7B97B87E6A5}"/>
              </a:ext>
            </a:extLst>
          </p:cNvPr>
          <p:cNvSpPr txBox="1"/>
          <p:nvPr/>
        </p:nvSpPr>
        <p:spPr>
          <a:xfrm flipH="1">
            <a:off x="976813" y="1506022"/>
            <a:ext cx="2344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Room Previews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44DE02E-E44F-1A84-1A48-4FDD625CD25D}"/>
              </a:ext>
            </a:extLst>
          </p:cNvPr>
          <p:cNvGrpSpPr/>
          <p:nvPr/>
        </p:nvGrpSpPr>
        <p:grpSpPr>
          <a:xfrm>
            <a:off x="1024939" y="1973697"/>
            <a:ext cx="1806743" cy="1006011"/>
            <a:chOff x="888331" y="4479126"/>
            <a:chExt cx="9805737" cy="1808914"/>
          </a:xfrm>
        </p:grpSpPr>
        <p:sp>
          <p:nvSpPr>
            <p:cNvPr id="26" name="Action Button: Blank 25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AC3BED85-F636-CC91-B626-449689070599}"/>
                </a:ext>
              </a:extLst>
            </p:cNvPr>
            <p:cNvSpPr/>
            <p:nvPr/>
          </p:nvSpPr>
          <p:spPr>
            <a:xfrm>
              <a:off x="888331" y="4479126"/>
              <a:ext cx="9805737" cy="1808914"/>
            </a:xfrm>
            <a:prstGeom prst="actionButtonBlank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BEB576F-A6E2-A464-33B8-058DAB114D4C}"/>
                </a:ext>
              </a:extLst>
            </p:cNvPr>
            <p:cNvCxnSpPr>
              <a:cxnSpLocks/>
            </p:cNvCxnSpPr>
            <p:nvPr/>
          </p:nvCxnSpPr>
          <p:spPr>
            <a:xfrm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A64E033-FE8B-D40C-D18A-013BB54A2A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5FF71B7-5A3F-EE3B-9795-57E19192D82C}"/>
              </a:ext>
            </a:extLst>
          </p:cNvPr>
          <p:cNvGrpSpPr/>
          <p:nvPr/>
        </p:nvGrpSpPr>
        <p:grpSpPr>
          <a:xfrm>
            <a:off x="3713245" y="1973697"/>
            <a:ext cx="1806743" cy="1006011"/>
            <a:chOff x="888331" y="4479126"/>
            <a:chExt cx="9805737" cy="1808914"/>
          </a:xfrm>
        </p:grpSpPr>
        <p:sp>
          <p:nvSpPr>
            <p:cNvPr id="30" name="Action Button: Blank 29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9EDE6ED0-5708-0AA2-722C-57FE3FEE119C}"/>
                </a:ext>
              </a:extLst>
            </p:cNvPr>
            <p:cNvSpPr/>
            <p:nvPr/>
          </p:nvSpPr>
          <p:spPr>
            <a:xfrm>
              <a:off x="888331" y="4479126"/>
              <a:ext cx="9805737" cy="1808914"/>
            </a:xfrm>
            <a:prstGeom prst="actionButtonBlank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778C5C0-49EE-FAA3-FD65-07D3D5E22F7B}"/>
                </a:ext>
              </a:extLst>
            </p:cNvPr>
            <p:cNvCxnSpPr>
              <a:cxnSpLocks/>
            </p:cNvCxnSpPr>
            <p:nvPr/>
          </p:nvCxnSpPr>
          <p:spPr>
            <a:xfrm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5C4B4BA-1693-F640-2988-5144DED66A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A7EE7BE-E4B9-7644-FDEE-3E1B306D91D4}"/>
              </a:ext>
            </a:extLst>
          </p:cNvPr>
          <p:cNvGrpSpPr/>
          <p:nvPr/>
        </p:nvGrpSpPr>
        <p:grpSpPr>
          <a:xfrm>
            <a:off x="6401551" y="1973697"/>
            <a:ext cx="1806743" cy="1006011"/>
            <a:chOff x="888331" y="4479126"/>
            <a:chExt cx="9805737" cy="1808914"/>
          </a:xfrm>
        </p:grpSpPr>
        <p:sp>
          <p:nvSpPr>
            <p:cNvPr id="34" name="Action Button: Blank 33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F2D42D4A-2CEA-0D03-F498-DB98FD00DECE}"/>
                </a:ext>
              </a:extLst>
            </p:cNvPr>
            <p:cNvSpPr/>
            <p:nvPr/>
          </p:nvSpPr>
          <p:spPr>
            <a:xfrm>
              <a:off x="888331" y="4479126"/>
              <a:ext cx="9805737" cy="1808914"/>
            </a:xfrm>
            <a:prstGeom prst="actionButtonBlank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F36CCA8-BA91-13B1-044A-CC1180262615}"/>
                </a:ext>
              </a:extLst>
            </p:cNvPr>
            <p:cNvCxnSpPr>
              <a:cxnSpLocks/>
            </p:cNvCxnSpPr>
            <p:nvPr/>
          </p:nvCxnSpPr>
          <p:spPr>
            <a:xfrm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AE0ECFB-877C-6D2F-5D28-7548A98F7A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A7CBFDF-9E96-4DFB-F595-D5FAF856B073}"/>
              </a:ext>
            </a:extLst>
          </p:cNvPr>
          <p:cNvGrpSpPr/>
          <p:nvPr/>
        </p:nvGrpSpPr>
        <p:grpSpPr>
          <a:xfrm>
            <a:off x="9089857" y="1973697"/>
            <a:ext cx="1806743" cy="1006011"/>
            <a:chOff x="888331" y="4479126"/>
            <a:chExt cx="9805737" cy="1808914"/>
          </a:xfrm>
        </p:grpSpPr>
        <p:sp>
          <p:nvSpPr>
            <p:cNvPr id="38" name="Action Button: Blank 37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8C77F1FE-A6CF-E478-AF23-19C85006307D}"/>
                </a:ext>
              </a:extLst>
            </p:cNvPr>
            <p:cNvSpPr/>
            <p:nvPr/>
          </p:nvSpPr>
          <p:spPr>
            <a:xfrm>
              <a:off x="888331" y="4479126"/>
              <a:ext cx="9805737" cy="1808914"/>
            </a:xfrm>
            <a:prstGeom prst="actionButtonBlank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EC56D63-C8A2-BAB1-21F1-585C61E95F5E}"/>
                </a:ext>
              </a:extLst>
            </p:cNvPr>
            <p:cNvCxnSpPr>
              <a:cxnSpLocks/>
            </p:cNvCxnSpPr>
            <p:nvPr/>
          </p:nvCxnSpPr>
          <p:spPr>
            <a:xfrm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BF0E193-FD20-8151-4F06-2D376FE406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E766B940-3642-38D7-B4AB-9174D344CA4C}"/>
              </a:ext>
            </a:extLst>
          </p:cNvPr>
          <p:cNvSpPr txBox="1"/>
          <p:nvPr/>
        </p:nvSpPr>
        <p:spPr>
          <a:xfrm flipH="1">
            <a:off x="858753" y="2979711"/>
            <a:ext cx="1806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King Bed</a:t>
            </a:r>
          </a:p>
          <a:p>
            <a:r>
              <a:rPr lang="en-US" dirty="0"/>
              <a:t>Mini Fridge</a:t>
            </a:r>
          </a:p>
          <a:p>
            <a:r>
              <a:rPr lang="en-US" dirty="0"/>
              <a:t>Sleeps 3</a:t>
            </a:r>
          </a:p>
          <a:p>
            <a:r>
              <a:rPr lang="en-US" dirty="0"/>
              <a:t>$XXX.XX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33A1316-E541-FE77-93C3-7F2A3850D1D8}"/>
              </a:ext>
            </a:extLst>
          </p:cNvPr>
          <p:cNvSpPr txBox="1"/>
          <p:nvPr/>
        </p:nvSpPr>
        <p:spPr>
          <a:xfrm flipH="1">
            <a:off x="3713245" y="2979709"/>
            <a:ext cx="1806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Queen Bed</a:t>
            </a:r>
          </a:p>
          <a:p>
            <a:r>
              <a:rPr lang="en-US" dirty="0"/>
              <a:t>Mini Fridge</a:t>
            </a:r>
          </a:p>
          <a:p>
            <a:r>
              <a:rPr lang="en-US" dirty="0"/>
              <a:t>Sleeps 3</a:t>
            </a:r>
          </a:p>
          <a:p>
            <a:r>
              <a:rPr lang="en-US" dirty="0"/>
              <a:t>$XXX.XX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99A54E2-ABF6-D966-5A5C-80AF1977C77F}"/>
              </a:ext>
            </a:extLst>
          </p:cNvPr>
          <p:cNvSpPr txBox="1"/>
          <p:nvPr/>
        </p:nvSpPr>
        <p:spPr>
          <a:xfrm flipH="1">
            <a:off x="6401551" y="2979709"/>
            <a:ext cx="1806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King Bed</a:t>
            </a:r>
          </a:p>
          <a:p>
            <a:r>
              <a:rPr lang="en-US" dirty="0"/>
              <a:t>Mini Fridge</a:t>
            </a:r>
          </a:p>
          <a:p>
            <a:r>
              <a:rPr lang="en-US" dirty="0"/>
              <a:t>Sleeps 3</a:t>
            </a:r>
          </a:p>
          <a:p>
            <a:r>
              <a:rPr lang="en-US" dirty="0"/>
              <a:t>$XXX.XX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3E74FAC-34B2-7B4F-236F-97A14CC7491D}"/>
              </a:ext>
            </a:extLst>
          </p:cNvPr>
          <p:cNvSpPr txBox="1"/>
          <p:nvPr/>
        </p:nvSpPr>
        <p:spPr>
          <a:xfrm flipH="1">
            <a:off x="9089857" y="2979708"/>
            <a:ext cx="1806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King Bed</a:t>
            </a:r>
          </a:p>
          <a:p>
            <a:r>
              <a:rPr lang="en-US" dirty="0"/>
              <a:t>Mini Fridge</a:t>
            </a:r>
          </a:p>
          <a:p>
            <a:r>
              <a:rPr lang="en-US" dirty="0"/>
              <a:t>Sleeps 3</a:t>
            </a:r>
          </a:p>
          <a:p>
            <a:r>
              <a:rPr lang="en-US" dirty="0"/>
              <a:t>$XXX.XX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8EBBCEA-FDF3-9CED-1288-C6F3ADF320AD}"/>
              </a:ext>
            </a:extLst>
          </p:cNvPr>
          <p:cNvSpPr txBox="1"/>
          <p:nvPr/>
        </p:nvSpPr>
        <p:spPr>
          <a:xfrm flipH="1">
            <a:off x="976812" y="4592463"/>
            <a:ext cx="2344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Local Attractions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1257291-507B-8889-304D-14CC50C94176}"/>
              </a:ext>
            </a:extLst>
          </p:cNvPr>
          <p:cNvSpPr txBox="1"/>
          <p:nvPr/>
        </p:nvSpPr>
        <p:spPr>
          <a:xfrm flipH="1">
            <a:off x="1153276" y="5004886"/>
            <a:ext cx="618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C7DF8E4-A0B0-A916-FCFE-E8B4EE44529A}"/>
              </a:ext>
            </a:extLst>
          </p:cNvPr>
          <p:cNvSpPr txBox="1"/>
          <p:nvPr/>
        </p:nvSpPr>
        <p:spPr>
          <a:xfrm flipH="1">
            <a:off x="1153276" y="5374218"/>
            <a:ext cx="95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That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BBE0D70-D52E-5A91-4B28-0567DC9CF36F}"/>
              </a:ext>
            </a:extLst>
          </p:cNvPr>
          <p:cNvSpPr txBox="1"/>
          <p:nvPr/>
        </p:nvSpPr>
        <p:spPr>
          <a:xfrm flipH="1">
            <a:off x="935353" y="6389884"/>
            <a:ext cx="965243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Moffat Bay   Registered©	Contact Us at (555) 555-5555</a:t>
            </a:r>
          </a:p>
        </p:txBody>
      </p:sp>
    </p:spTree>
    <p:extLst>
      <p:ext uri="{BB962C8B-B14F-4D97-AF65-F5344CB8AC3E}">
        <p14:creationId xmlns:p14="http://schemas.microsoft.com/office/powerpoint/2010/main" val="3241481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20B30101-7F4F-9CBB-C07E-9560D58FA99B}"/>
              </a:ext>
            </a:extLst>
          </p:cNvPr>
          <p:cNvGrpSpPr/>
          <p:nvPr/>
        </p:nvGrpSpPr>
        <p:grpSpPr>
          <a:xfrm>
            <a:off x="1000174" y="4887189"/>
            <a:ext cx="3514976" cy="2323431"/>
            <a:chOff x="888331" y="4479126"/>
            <a:chExt cx="9805737" cy="1808914"/>
          </a:xfrm>
        </p:grpSpPr>
        <p:sp>
          <p:nvSpPr>
            <p:cNvPr id="40" name="Action Button: Blank 39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35181EBD-6AE1-5574-7747-9E285A45A271}"/>
                </a:ext>
              </a:extLst>
            </p:cNvPr>
            <p:cNvSpPr/>
            <p:nvPr/>
          </p:nvSpPr>
          <p:spPr>
            <a:xfrm>
              <a:off x="888331" y="4479126"/>
              <a:ext cx="9805737" cy="1808914"/>
            </a:xfrm>
            <a:prstGeom prst="actionButtonBlank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39E9DD4-23F0-79CD-CCF7-7204AE139E7C}"/>
                </a:ext>
              </a:extLst>
            </p:cNvPr>
            <p:cNvCxnSpPr>
              <a:cxnSpLocks/>
            </p:cNvCxnSpPr>
            <p:nvPr/>
          </p:nvCxnSpPr>
          <p:spPr>
            <a:xfrm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5A0363B-2B37-3B60-BBEF-C680825B63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669A563B-4B7A-17C3-F744-4FF548E86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[Logo]			</a:t>
            </a:r>
            <a:r>
              <a:rPr lang="en-US" sz="2800" dirty="0"/>
              <a:t>Home   Rooms   Attractions   Contact   Login</a:t>
            </a:r>
            <a:endParaRPr lang="en-US" dirty="0"/>
          </a:p>
        </p:txBody>
      </p:sp>
      <p:sp>
        <p:nvSpPr>
          <p:cNvPr id="7" name="Action Button: Blank 6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E7FB3492-35F8-3363-15A5-1C0A1AC80329}"/>
              </a:ext>
            </a:extLst>
          </p:cNvPr>
          <p:cNvSpPr/>
          <p:nvPr/>
        </p:nvSpPr>
        <p:spPr>
          <a:xfrm>
            <a:off x="4539915" y="850232"/>
            <a:ext cx="963153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ction Button: Blank 7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A3D86E9A-DBDE-BE9F-5339-2DD16756BF0C}"/>
              </a:ext>
            </a:extLst>
          </p:cNvPr>
          <p:cNvSpPr/>
          <p:nvPr/>
        </p:nvSpPr>
        <p:spPr>
          <a:xfrm>
            <a:off x="5634038" y="850232"/>
            <a:ext cx="1109662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ction Button: Blank 8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351C4613-627A-C741-EEB3-2304B4E57DF1}"/>
              </a:ext>
            </a:extLst>
          </p:cNvPr>
          <p:cNvSpPr/>
          <p:nvPr/>
        </p:nvSpPr>
        <p:spPr>
          <a:xfrm>
            <a:off x="6842760" y="850232"/>
            <a:ext cx="1676400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ction Button: Blank 9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6D43C426-F746-DCEF-1C98-7384239D206E}"/>
              </a:ext>
            </a:extLst>
          </p:cNvPr>
          <p:cNvSpPr/>
          <p:nvPr/>
        </p:nvSpPr>
        <p:spPr>
          <a:xfrm>
            <a:off x="8618220" y="850232"/>
            <a:ext cx="1341120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ction Button: Blank 10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418EF760-438B-2A99-A062-E9B4212BB812}"/>
              </a:ext>
            </a:extLst>
          </p:cNvPr>
          <p:cNvSpPr/>
          <p:nvPr/>
        </p:nvSpPr>
        <p:spPr>
          <a:xfrm>
            <a:off x="10058400" y="850232"/>
            <a:ext cx="838200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8C0284-25A9-CCB9-8109-E4303CFB98F1}"/>
              </a:ext>
            </a:extLst>
          </p:cNvPr>
          <p:cNvSpPr txBox="1"/>
          <p:nvPr/>
        </p:nvSpPr>
        <p:spPr>
          <a:xfrm flipH="1">
            <a:off x="976813" y="1506022"/>
            <a:ext cx="2344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Captain Ahab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0829B8D-6536-4670-0945-3BE5067BB619}"/>
              </a:ext>
            </a:extLst>
          </p:cNvPr>
          <p:cNvGrpSpPr/>
          <p:nvPr/>
        </p:nvGrpSpPr>
        <p:grpSpPr>
          <a:xfrm>
            <a:off x="1000174" y="1934433"/>
            <a:ext cx="3514976" cy="2323431"/>
            <a:chOff x="888331" y="4479126"/>
            <a:chExt cx="9805737" cy="1808914"/>
          </a:xfrm>
        </p:grpSpPr>
        <p:sp>
          <p:nvSpPr>
            <p:cNvPr id="16" name="Action Button: Blank 15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F9FE8269-DAEC-5B6B-75DA-002A3FEE7982}"/>
                </a:ext>
              </a:extLst>
            </p:cNvPr>
            <p:cNvSpPr/>
            <p:nvPr/>
          </p:nvSpPr>
          <p:spPr>
            <a:xfrm>
              <a:off x="888331" y="4479126"/>
              <a:ext cx="9805737" cy="1808914"/>
            </a:xfrm>
            <a:prstGeom prst="actionButtonBlank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08BE2D5-5505-433A-BA4D-0B54E9CADE79}"/>
                </a:ext>
              </a:extLst>
            </p:cNvPr>
            <p:cNvCxnSpPr>
              <a:cxnSpLocks/>
            </p:cNvCxnSpPr>
            <p:nvPr/>
          </p:nvCxnSpPr>
          <p:spPr>
            <a:xfrm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E30E1D3-64BE-3888-C547-4BAA216FA8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E6D6DCA3-8654-44C4-DE1A-E6FBEA0B9A25}"/>
              </a:ext>
            </a:extLst>
          </p:cNvPr>
          <p:cNvSpPr txBox="1"/>
          <p:nvPr/>
        </p:nvSpPr>
        <p:spPr>
          <a:xfrm flipH="1">
            <a:off x="5167863" y="1934433"/>
            <a:ext cx="1806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King Bed</a:t>
            </a:r>
          </a:p>
          <a:p>
            <a:r>
              <a:rPr lang="en-US" dirty="0"/>
              <a:t>Mini Fridge</a:t>
            </a:r>
          </a:p>
          <a:p>
            <a:r>
              <a:rPr lang="en-US" dirty="0"/>
              <a:t>Sleeps 3</a:t>
            </a:r>
          </a:p>
          <a:p>
            <a:r>
              <a:rPr lang="en-US" dirty="0"/>
              <a:t>$XXX.XX</a:t>
            </a:r>
          </a:p>
        </p:txBody>
      </p:sp>
      <p:sp>
        <p:nvSpPr>
          <p:cNvPr id="36" name="Arrow: Striped Right 35">
            <a:extLst>
              <a:ext uri="{FF2B5EF4-FFF2-40B4-BE49-F238E27FC236}">
                <a16:creationId xmlns:a16="http://schemas.microsoft.com/office/drawing/2014/main" id="{C6E1BDD0-119A-632D-5C8E-F9E8C76EDBE5}"/>
              </a:ext>
            </a:extLst>
          </p:cNvPr>
          <p:cNvSpPr/>
          <p:nvPr/>
        </p:nvSpPr>
        <p:spPr>
          <a:xfrm>
            <a:off x="4178267" y="2928525"/>
            <a:ext cx="336883" cy="408335"/>
          </a:xfrm>
          <a:prstGeom prst="stripedRight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Striped Right 36">
            <a:extLst>
              <a:ext uri="{FF2B5EF4-FFF2-40B4-BE49-F238E27FC236}">
                <a16:creationId xmlns:a16="http://schemas.microsoft.com/office/drawing/2014/main" id="{80190B5A-7D34-8247-A8E0-9D9BB608903A}"/>
              </a:ext>
            </a:extLst>
          </p:cNvPr>
          <p:cNvSpPr/>
          <p:nvPr/>
        </p:nvSpPr>
        <p:spPr>
          <a:xfrm rot="10800000">
            <a:off x="1000174" y="2891980"/>
            <a:ext cx="336883" cy="408335"/>
          </a:xfrm>
          <a:prstGeom prst="stripedRight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79E3B8D-2F6E-6B7B-9E32-2BD5E5806549}"/>
              </a:ext>
            </a:extLst>
          </p:cNvPr>
          <p:cNvSpPr txBox="1"/>
          <p:nvPr/>
        </p:nvSpPr>
        <p:spPr>
          <a:xfrm flipH="1">
            <a:off x="976813" y="4458778"/>
            <a:ext cx="2344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The White Whale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64C44D4-CAC7-3E0E-9FEB-9DF9D83CD693}"/>
              </a:ext>
            </a:extLst>
          </p:cNvPr>
          <p:cNvSpPr txBox="1"/>
          <p:nvPr/>
        </p:nvSpPr>
        <p:spPr>
          <a:xfrm flipH="1">
            <a:off x="5167863" y="4887189"/>
            <a:ext cx="1806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Queen Bed</a:t>
            </a:r>
          </a:p>
          <a:p>
            <a:r>
              <a:rPr lang="en-US" dirty="0"/>
              <a:t>Mini Fridge</a:t>
            </a:r>
          </a:p>
          <a:p>
            <a:r>
              <a:rPr lang="en-US" dirty="0"/>
              <a:t>Sleeps 3</a:t>
            </a:r>
          </a:p>
          <a:p>
            <a:r>
              <a:rPr lang="en-US" dirty="0"/>
              <a:t>$XXX.XX</a:t>
            </a:r>
          </a:p>
        </p:txBody>
      </p:sp>
      <p:sp>
        <p:nvSpPr>
          <p:cNvPr id="44" name="Arrow: Striped Right 43">
            <a:extLst>
              <a:ext uri="{FF2B5EF4-FFF2-40B4-BE49-F238E27FC236}">
                <a16:creationId xmlns:a16="http://schemas.microsoft.com/office/drawing/2014/main" id="{CCCC7026-EB09-83FD-6329-684592CB6CCB}"/>
              </a:ext>
            </a:extLst>
          </p:cNvPr>
          <p:cNvSpPr/>
          <p:nvPr/>
        </p:nvSpPr>
        <p:spPr>
          <a:xfrm>
            <a:off x="4178267" y="5881281"/>
            <a:ext cx="336883" cy="408335"/>
          </a:xfrm>
          <a:prstGeom prst="stripedRight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Arrow: Striped Right 44">
            <a:extLst>
              <a:ext uri="{FF2B5EF4-FFF2-40B4-BE49-F238E27FC236}">
                <a16:creationId xmlns:a16="http://schemas.microsoft.com/office/drawing/2014/main" id="{43B81162-E073-507B-05A1-E659202640BD}"/>
              </a:ext>
            </a:extLst>
          </p:cNvPr>
          <p:cNvSpPr/>
          <p:nvPr/>
        </p:nvSpPr>
        <p:spPr>
          <a:xfrm rot="10800000">
            <a:off x="1000174" y="5844736"/>
            <a:ext cx="336883" cy="408335"/>
          </a:xfrm>
          <a:prstGeom prst="stripedRight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Action Button: Blank 4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27CA2860-DEC3-5881-0AC5-5F535C0FE932}"/>
              </a:ext>
            </a:extLst>
          </p:cNvPr>
          <p:cNvSpPr/>
          <p:nvPr/>
        </p:nvSpPr>
        <p:spPr>
          <a:xfrm>
            <a:off x="481263" y="6091726"/>
            <a:ext cx="4491790" cy="766274"/>
          </a:xfrm>
          <a:prstGeom prst="actionButtonBlank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FD48E82-94AA-28FF-0AB4-D112AE0FA193}"/>
              </a:ext>
            </a:extLst>
          </p:cNvPr>
          <p:cNvSpPr txBox="1"/>
          <p:nvPr/>
        </p:nvSpPr>
        <p:spPr>
          <a:xfrm flipH="1">
            <a:off x="935353" y="6389884"/>
            <a:ext cx="965243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Moffat Bay   Registered©	Contact Us at (555) 555-5555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037EEA0-A018-4667-85B2-E7BCEAF37228}"/>
              </a:ext>
            </a:extLst>
          </p:cNvPr>
          <p:cNvSpPr txBox="1"/>
          <p:nvPr/>
        </p:nvSpPr>
        <p:spPr>
          <a:xfrm flipH="1">
            <a:off x="7337506" y="1913705"/>
            <a:ext cx="2344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Limited Availability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A182E62-7890-5540-4933-9E2A3833ECCA}"/>
              </a:ext>
            </a:extLst>
          </p:cNvPr>
          <p:cNvSpPr txBox="1"/>
          <p:nvPr/>
        </p:nvSpPr>
        <p:spPr>
          <a:xfrm flipH="1">
            <a:off x="7346882" y="4887189"/>
            <a:ext cx="2344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Available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5BBD061-1717-06B8-3937-92FFA8F236D1}"/>
              </a:ext>
            </a:extLst>
          </p:cNvPr>
          <p:cNvSpPr txBox="1"/>
          <p:nvPr/>
        </p:nvSpPr>
        <p:spPr>
          <a:xfrm flipH="1">
            <a:off x="7346882" y="5294872"/>
            <a:ext cx="1806744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Reserve Today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FE2CFD8-B608-B2A7-69AE-54A86043761C}"/>
              </a:ext>
            </a:extLst>
          </p:cNvPr>
          <p:cNvSpPr txBox="1"/>
          <p:nvPr/>
        </p:nvSpPr>
        <p:spPr>
          <a:xfrm flipH="1">
            <a:off x="7346882" y="2305082"/>
            <a:ext cx="1806744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Reserve Today</a:t>
            </a:r>
          </a:p>
        </p:txBody>
      </p:sp>
    </p:spTree>
    <p:extLst>
      <p:ext uri="{BB962C8B-B14F-4D97-AF65-F5344CB8AC3E}">
        <p14:creationId xmlns:p14="http://schemas.microsoft.com/office/powerpoint/2010/main" val="1153718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0375A16-3C41-E4C1-25F2-FAB3C2DF5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[Logo]			</a:t>
            </a:r>
            <a:r>
              <a:rPr lang="en-US" sz="2800" dirty="0"/>
              <a:t>Home   Rooms   Attractions   Contact   Login</a:t>
            </a:r>
            <a:endParaRPr lang="en-US" dirty="0"/>
          </a:p>
        </p:txBody>
      </p:sp>
      <p:sp>
        <p:nvSpPr>
          <p:cNvPr id="7" name="Action Button: Blank 6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ADA7B211-0515-03C1-FCE7-D55F1F2F9996}"/>
              </a:ext>
            </a:extLst>
          </p:cNvPr>
          <p:cNvSpPr/>
          <p:nvPr/>
        </p:nvSpPr>
        <p:spPr>
          <a:xfrm>
            <a:off x="4539915" y="850232"/>
            <a:ext cx="963153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ction Button: Blank 7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CAE98F32-00E4-4293-B073-D9DCA88B15C1}"/>
              </a:ext>
            </a:extLst>
          </p:cNvPr>
          <p:cNvSpPr/>
          <p:nvPr/>
        </p:nvSpPr>
        <p:spPr>
          <a:xfrm>
            <a:off x="5634038" y="850232"/>
            <a:ext cx="1109662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ction Button: Blank 8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CC136F15-C066-BD75-4393-DD8F6BB734F2}"/>
              </a:ext>
            </a:extLst>
          </p:cNvPr>
          <p:cNvSpPr/>
          <p:nvPr/>
        </p:nvSpPr>
        <p:spPr>
          <a:xfrm>
            <a:off x="6842760" y="850232"/>
            <a:ext cx="1676400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ction Button: Blank 9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8BBD37BB-85D9-5FBF-A58C-7926FB0E7A68}"/>
              </a:ext>
            </a:extLst>
          </p:cNvPr>
          <p:cNvSpPr/>
          <p:nvPr/>
        </p:nvSpPr>
        <p:spPr>
          <a:xfrm>
            <a:off x="8618220" y="850232"/>
            <a:ext cx="1341120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ction Button: Blank 10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DA5667BF-C6ED-C03B-4045-FC89516F1968}"/>
              </a:ext>
            </a:extLst>
          </p:cNvPr>
          <p:cNvSpPr/>
          <p:nvPr/>
        </p:nvSpPr>
        <p:spPr>
          <a:xfrm>
            <a:off x="10058400" y="850232"/>
            <a:ext cx="838200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8A9C2A-04BB-35DA-30BF-6AA28C781712}"/>
              </a:ext>
            </a:extLst>
          </p:cNvPr>
          <p:cNvSpPr txBox="1"/>
          <p:nvPr/>
        </p:nvSpPr>
        <p:spPr>
          <a:xfrm flipH="1">
            <a:off x="838200" y="1690688"/>
            <a:ext cx="2344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Bay Falls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7E0C87B-D086-4442-CFDA-13EB0CBB4FD9}"/>
              </a:ext>
            </a:extLst>
          </p:cNvPr>
          <p:cNvGrpSpPr/>
          <p:nvPr/>
        </p:nvGrpSpPr>
        <p:grpSpPr>
          <a:xfrm>
            <a:off x="838200" y="2060020"/>
            <a:ext cx="3514976" cy="2323431"/>
            <a:chOff x="888331" y="4479126"/>
            <a:chExt cx="9805737" cy="1808914"/>
          </a:xfrm>
        </p:grpSpPr>
        <p:sp>
          <p:nvSpPr>
            <p:cNvPr id="19" name="Action Button: Blank 18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81C6EAF6-9EF6-6A7F-D332-F88FEC046FFD}"/>
                </a:ext>
              </a:extLst>
            </p:cNvPr>
            <p:cNvSpPr/>
            <p:nvPr/>
          </p:nvSpPr>
          <p:spPr>
            <a:xfrm>
              <a:off x="888331" y="4479126"/>
              <a:ext cx="9805737" cy="1808914"/>
            </a:xfrm>
            <a:prstGeom prst="actionButtonBlank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041EC36-D3FD-39B8-61DE-BCF7BB0353CA}"/>
                </a:ext>
              </a:extLst>
            </p:cNvPr>
            <p:cNvCxnSpPr>
              <a:cxnSpLocks/>
            </p:cNvCxnSpPr>
            <p:nvPr/>
          </p:nvCxnSpPr>
          <p:spPr>
            <a:xfrm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8106D42-C431-8592-B584-844BE9EFE8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88787759-19C2-6CE6-7901-25AEB6D7C285}"/>
              </a:ext>
            </a:extLst>
          </p:cNvPr>
          <p:cNvSpPr txBox="1"/>
          <p:nvPr/>
        </p:nvSpPr>
        <p:spPr>
          <a:xfrm flipH="1">
            <a:off x="5011177" y="2080748"/>
            <a:ext cx="21790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Explore Local Waterfall</a:t>
            </a:r>
          </a:p>
          <a:p>
            <a:endParaRPr lang="en-US" dirty="0"/>
          </a:p>
          <a:p>
            <a:r>
              <a:rPr lang="en-US" dirty="0"/>
              <a:t>Secluded and disconnected from the buzz of the city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79CBA5-94AB-A7C6-3D51-3A397F09EF18}"/>
              </a:ext>
            </a:extLst>
          </p:cNvPr>
          <p:cNvSpPr txBox="1"/>
          <p:nvPr/>
        </p:nvSpPr>
        <p:spPr>
          <a:xfrm flipH="1">
            <a:off x="7190196" y="2451397"/>
            <a:ext cx="227464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Find a Guide Today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7FF4B24-6F16-3C48-3FF5-29400E132C97}"/>
              </a:ext>
            </a:extLst>
          </p:cNvPr>
          <p:cNvGrpSpPr/>
          <p:nvPr/>
        </p:nvGrpSpPr>
        <p:grpSpPr>
          <a:xfrm>
            <a:off x="838200" y="5597500"/>
            <a:ext cx="3514976" cy="2323431"/>
            <a:chOff x="888331" y="4479126"/>
            <a:chExt cx="9805737" cy="1808914"/>
          </a:xfrm>
        </p:grpSpPr>
        <p:sp>
          <p:nvSpPr>
            <p:cNvPr id="26" name="Action Button: Blank 25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902F9E0F-DAB7-3A68-DF32-438E2A27FC3C}"/>
                </a:ext>
              </a:extLst>
            </p:cNvPr>
            <p:cNvSpPr/>
            <p:nvPr/>
          </p:nvSpPr>
          <p:spPr>
            <a:xfrm>
              <a:off x="888331" y="4479126"/>
              <a:ext cx="9805737" cy="1808914"/>
            </a:xfrm>
            <a:prstGeom prst="actionButtonBlank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10E690B-DFAD-449E-2C40-DB57781BC6C3}"/>
                </a:ext>
              </a:extLst>
            </p:cNvPr>
            <p:cNvCxnSpPr>
              <a:cxnSpLocks/>
            </p:cNvCxnSpPr>
            <p:nvPr/>
          </p:nvCxnSpPr>
          <p:spPr>
            <a:xfrm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E18C052-9A0B-810B-4C7B-071E04BB30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7FF48937-6F9F-5B72-943B-C8EA9D101DCE}"/>
              </a:ext>
            </a:extLst>
          </p:cNvPr>
          <p:cNvSpPr txBox="1"/>
          <p:nvPr/>
        </p:nvSpPr>
        <p:spPr>
          <a:xfrm flipH="1">
            <a:off x="838199" y="5183378"/>
            <a:ext cx="2344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Guided Boat Trips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A4A35B-BCE2-79D9-8CC9-DE5E680F0D28}"/>
              </a:ext>
            </a:extLst>
          </p:cNvPr>
          <p:cNvSpPr txBox="1"/>
          <p:nvPr/>
        </p:nvSpPr>
        <p:spPr>
          <a:xfrm flipH="1">
            <a:off x="5011177" y="5589621"/>
            <a:ext cx="21790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Explore Local </a:t>
            </a:r>
            <a:r>
              <a:rPr lang="en-US" dirty="0" err="1"/>
              <a:t>WildLife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3920814-E466-4394-03F5-0F85DA4B3E31}"/>
              </a:ext>
            </a:extLst>
          </p:cNvPr>
          <p:cNvSpPr txBox="1"/>
          <p:nvPr/>
        </p:nvSpPr>
        <p:spPr>
          <a:xfrm flipH="1">
            <a:off x="7190196" y="5960270"/>
            <a:ext cx="227464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Find a Guide Today</a:t>
            </a:r>
          </a:p>
        </p:txBody>
      </p:sp>
      <p:sp>
        <p:nvSpPr>
          <p:cNvPr id="32" name="Action Button: Blank 3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8CFEA9E2-F074-8F62-DD2C-D57E710BF5A6}"/>
              </a:ext>
            </a:extLst>
          </p:cNvPr>
          <p:cNvSpPr/>
          <p:nvPr/>
        </p:nvSpPr>
        <p:spPr>
          <a:xfrm>
            <a:off x="481263" y="6091726"/>
            <a:ext cx="4491790" cy="766274"/>
          </a:xfrm>
          <a:prstGeom prst="actionButtonBlank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F20793-5E46-4949-0226-77B0446DAA3E}"/>
              </a:ext>
            </a:extLst>
          </p:cNvPr>
          <p:cNvSpPr txBox="1"/>
          <p:nvPr/>
        </p:nvSpPr>
        <p:spPr>
          <a:xfrm flipH="1">
            <a:off x="935353" y="6389884"/>
            <a:ext cx="965243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Moffat Bay   Registered©	Contact Us at (555) 555-5555</a:t>
            </a:r>
          </a:p>
        </p:txBody>
      </p:sp>
    </p:spTree>
    <p:extLst>
      <p:ext uri="{BB962C8B-B14F-4D97-AF65-F5344CB8AC3E}">
        <p14:creationId xmlns:p14="http://schemas.microsoft.com/office/powerpoint/2010/main" val="2202841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6CFE3C-6DF5-098C-C2B5-F8B1244B4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[Logo]			</a:t>
            </a:r>
            <a:r>
              <a:rPr lang="en-US" sz="2800" dirty="0"/>
              <a:t>Home   Rooms   Attractions   Contact   Login</a:t>
            </a:r>
            <a:endParaRPr lang="en-US" dirty="0"/>
          </a:p>
        </p:txBody>
      </p:sp>
      <p:sp>
        <p:nvSpPr>
          <p:cNvPr id="7" name="Action Button: Blank 6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484E72FB-D8AA-A078-D8B0-9A92844EE1CB}"/>
              </a:ext>
            </a:extLst>
          </p:cNvPr>
          <p:cNvSpPr/>
          <p:nvPr/>
        </p:nvSpPr>
        <p:spPr>
          <a:xfrm>
            <a:off x="4539915" y="850232"/>
            <a:ext cx="963153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ction Button: Blank 7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56B89E47-10B5-B0A1-9D43-D7075A265BEB}"/>
              </a:ext>
            </a:extLst>
          </p:cNvPr>
          <p:cNvSpPr/>
          <p:nvPr/>
        </p:nvSpPr>
        <p:spPr>
          <a:xfrm>
            <a:off x="5634038" y="850232"/>
            <a:ext cx="1109662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ction Button: Blank 8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E40F2118-2769-4F07-4760-AFBD2440EEDB}"/>
              </a:ext>
            </a:extLst>
          </p:cNvPr>
          <p:cNvSpPr/>
          <p:nvPr/>
        </p:nvSpPr>
        <p:spPr>
          <a:xfrm>
            <a:off x="6842760" y="850232"/>
            <a:ext cx="1676400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ction Button: Blank 9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6559BA06-C5DD-A74A-5453-DAAEB9E358B2}"/>
              </a:ext>
            </a:extLst>
          </p:cNvPr>
          <p:cNvSpPr/>
          <p:nvPr/>
        </p:nvSpPr>
        <p:spPr>
          <a:xfrm>
            <a:off x="8618220" y="850232"/>
            <a:ext cx="1341120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ction Button: Blank 10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8E5638F2-67DD-B1A7-E412-5909887C14BD}"/>
              </a:ext>
            </a:extLst>
          </p:cNvPr>
          <p:cNvSpPr/>
          <p:nvPr/>
        </p:nvSpPr>
        <p:spPr>
          <a:xfrm>
            <a:off x="10058400" y="850232"/>
            <a:ext cx="838200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EE75A5-3BDB-6D29-99AF-02698E907F68}"/>
              </a:ext>
            </a:extLst>
          </p:cNvPr>
          <p:cNvSpPr txBox="1"/>
          <p:nvPr/>
        </p:nvSpPr>
        <p:spPr>
          <a:xfrm flipH="1">
            <a:off x="935353" y="6389884"/>
            <a:ext cx="965243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Moffat Bay   Registered©	Contact Us at (555) 555-5555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E03003-B638-1E20-BAFC-5149F32EC69A}"/>
              </a:ext>
            </a:extLst>
          </p:cNvPr>
          <p:cNvSpPr txBox="1"/>
          <p:nvPr/>
        </p:nvSpPr>
        <p:spPr>
          <a:xfrm flipH="1">
            <a:off x="935353" y="1951672"/>
            <a:ext cx="23445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Contact</a:t>
            </a:r>
            <a:endParaRPr lang="en-US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08DF38-E522-18D0-D668-26DD01CC0C31}"/>
              </a:ext>
            </a:extLst>
          </p:cNvPr>
          <p:cNvSpPr txBox="1"/>
          <p:nvPr/>
        </p:nvSpPr>
        <p:spPr>
          <a:xfrm flipH="1">
            <a:off x="1244165" y="2735876"/>
            <a:ext cx="4145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Call to Reserve a Room (555) 555-0001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E84341-EBF7-346A-F9AF-AD0E70E260B5}"/>
              </a:ext>
            </a:extLst>
          </p:cNvPr>
          <p:cNvSpPr txBox="1"/>
          <p:nvPr/>
        </p:nvSpPr>
        <p:spPr>
          <a:xfrm flipH="1">
            <a:off x="1244165" y="2996860"/>
            <a:ext cx="4145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Call to Leave a Review   (555) 555-0002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3ED67E-AE05-07AC-4055-4CFF206275E1}"/>
              </a:ext>
            </a:extLst>
          </p:cNvPr>
          <p:cNvSpPr txBox="1"/>
          <p:nvPr/>
        </p:nvSpPr>
        <p:spPr>
          <a:xfrm flipH="1">
            <a:off x="935352" y="3708321"/>
            <a:ext cx="23445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Join Us</a:t>
            </a:r>
            <a:endParaRPr lang="en-US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555948-D160-6963-5EE4-A900EFEA759D}"/>
              </a:ext>
            </a:extLst>
          </p:cNvPr>
          <p:cNvSpPr txBox="1"/>
          <p:nvPr/>
        </p:nvSpPr>
        <p:spPr>
          <a:xfrm flipH="1">
            <a:off x="1244165" y="4378214"/>
            <a:ext cx="4145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Available Jobs                    (555) 555-0009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2ECD75-22CA-7F62-8352-2D1376FC21DF}"/>
              </a:ext>
            </a:extLst>
          </p:cNvPr>
          <p:cNvSpPr txBox="1"/>
          <p:nvPr/>
        </p:nvSpPr>
        <p:spPr>
          <a:xfrm flipH="1">
            <a:off x="1244165" y="3302248"/>
            <a:ext cx="4145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Book a Block                       (555) 555-0004</a:t>
            </a:r>
          </a:p>
        </p:txBody>
      </p:sp>
    </p:spTree>
    <p:extLst>
      <p:ext uri="{BB962C8B-B14F-4D97-AF65-F5344CB8AC3E}">
        <p14:creationId xmlns:p14="http://schemas.microsoft.com/office/powerpoint/2010/main" val="3579123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3B73E9D-3757-3E27-67AB-B68460EE8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[Logo]			</a:t>
            </a:r>
            <a:r>
              <a:rPr lang="en-US" sz="2800" dirty="0"/>
              <a:t>Home   Rooms   Attractions   Contact   Login</a:t>
            </a:r>
            <a:endParaRPr lang="en-US" dirty="0"/>
          </a:p>
        </p:txBody>
      </p:sp>
      <p:sp>
        <p:nvSpPr>
          <p:cNvPr id="7" name="Action Button: Blank 6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92491131-AE33-4613-917F-D03E7DA84F4E}"/>
              </a:ext>
            </a:extLst>
          </p:cNvPr>
          <p:cNvSpPr/>
          <p:nvPr/>
        </p:nvSpPr>
        <p:spPr>
          <a:xfrm>
            <a:off x="4537335" y="2927954"/>
            <a:ext cx="963153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ction Button: Blank 7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5232AF1F-8E4C-75C7-792A-C4FA3587E692}"/>
              </a:ext>
            </a:extLst>
          </p:cNvPr>
          <p:cNvSpPr/>
          <p:nvPr/>
        </p:nvSpPr>
        <p:spPr>
          <a:xfrm>
            <a:off x="5631458" y="2927954"/>
            <a:ext cx="1109662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ction Button: Blank 8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55439BD2-A9B0-DC27-81FC-B0D6166140E4}"/>
              </a:ext>
            </a:extLst>
          </p:cNvPr>
          <p:cNvSpPr/>
          <p:nvPr/>
        </p:nvSpPr>
        <p:spPr>
          <a:xfrm>
            <a:off x="6842760" y="850232"/>
            <a:ext cx="1676400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ction Button: Blank 9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C6D0C379-FAA8-A53A-0FED-BE729E62BADF}"/>
              </a:ext>
            </a:extLst>
          </p:cNvPr>
          <p:cNvSpPr/>
          <p:nvPr/>
        </p:nvSpPr>
        <p:spPr>
          <a:xfrm>
            <a:off x="8618220" y="850232"/>
            <a:ext cx="1341120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ction Button: Blank 10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E5787C66-D169-CF16-9626-FE1FF8875205}"/>
              </a:ext>
            </a:extLst>
          </p:cNvPr>
          <p:cNvSpPr/>
          <p:nvPr/>
        </p:nvSpPr>
        <p:spPr>
          <a:xfrm>
            <a:off x="10058400" y="850232"/>
            <a:ext cx="838200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ction Button: Blank 14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A2AE1FC8-2640-D497-6DB6-97F3552E20CC}"/>
              </a:ext>
            </a:extLst>
          </p:cNvPr>
          <p:cNvSpPr/>
          <p:nvPr/>
        </p:nvSpPr>
        <p:spPr>
          <a:xfrm>
            <a:off x="1090863" y="1575971"/>
            <a:ext cx="9805737" cy="1808914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7C34B0F-D4C0-5AE6-98C0-9D082EED100F}"/>
              </a:ext>
            </a:extLst>
          </p:cNvPr>
          <p:cNvCxnSpPr/>
          <p:nvPr/>
        </p:nvCxnSpPr>
        <p:spPr>
          <a:xfrm>
            <a:off x="1090863" y="1575971"/>
            <a:ext cx="9805737" cy="18089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84B8EF2-D88B-E3E0-6948-AAC0E724D1CA}"/>
              </a:ext>
            </a:extLst>
          </p:cNvPr>
          <p:cNvCxnSpPr/>
          <p:nvPr/>
        </p:nvCxnSpPr>
        <p:spPr>
          <a:xfrm flipV="1">
            <a:off x="1090863" y="1575971"/>
            <a:ext cx="9805737" cy="18089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62B4D41-D32C-6DCD-1EDC-502972BA0EDB}"/>
              </a:ext>
            </a:extLst>
          </p:cNvPr>
          <p:cNvSpPr txBox="1"/>
          <p:nvPr/>
        </p:nvSpPr>
        <p:spPr>
          <a:xfrm flipH="1">
            <a:off x="1136582" y="3400929"/>
            <a:ext cx="4654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Experience the Bay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A82620-77F2-BDF0-33BC-837753A9AC1F}"/>
              </a:ext>
            </a:extLst>
          </p:cNvPr>
          <p:cNvSpPr txBox="1"/>
          <p:nvPr/>
        </p:nvSpPr>
        <p:spPr>
          <a:xfrm flipH="1">
            <a:off x="1136582" y="3906255"/>
            <a:ext cx="2344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Featured Amenities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A986F4-1616-F98C-42C6-6694C171FB39}"/>
              </a:ext>
            </a:extLst>
          </p:cNvPr>
          <p:cNvSpPr txBox="1"/>
          <p:nvPr/>
        </p:nvSpPr>
        <p:spPr>
          <a:xfrm flipH="1">
            <a:off x="1339113" y="4275587"/>
            <a:ext cx="618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5EE27B-E861-8DBC-274C-6C3C5257F133}"/>
              </a:ext>
            </a:extLst>
          </p:cNvPr>
          <p:cNvSpPr txBox="1"/>
          <p:nvPr/>
        </p:nvSpPr>
        <p:spPr>
          <a:xfrm flipH="1">
            <a:off x="1339113" y="4644919"/>
            <a:ext cx="95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That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3C637D-A328-33DA-0FB1-C75C581A5535}"/>
              </a:ext>
            </a:extLst>
          </p:cNvPr>
          <p:cNvSpPr txBox="1"/>
          <p:nvPr/>
        </p:nvSpPr>
        <p:spPr>
          <a:xfrm flipH="1">
            <a:off x="1339113" y="5014982"/>
            <a:ext cx="1195540" cy="368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Other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AB2B9A-7504-811E-44FF-4FA81FFA24DD}"/>
              </a:ext>
            </a:extLst>
          </p:cNvPr>
          <p:cNvSpPr txBox="1"/>
          <p:nvPr/>
        </p:nvSpPr>
        <p:spPr>
          <a:xfrm flipH="1">
            <a:off x="1090863" y="5384314"/>
            <a:ext cx="2344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Room Previews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AFA38E6-3534-4AE1-CECF-3755A418BF33}"/>
              </a:ext>
            </a:extLst>
          </p:cNvPr>
          <p:cNvGrpSpPr/>
          <p:nvPr/>
        </p:nvGrpSpPr>
        <p:grpSpPr>
          <a:xfrm>
            <a:off x="1138989" y="5851989"/>
            <a:ext cx="1806743" cy="1006011"/>
            <a:chOff x="888331" y="4479126"/>
            <a:chExt cx="9805737" cy="1808914"/>
          </a:xfrm>
        </p:grpSpPr>
        <p:sp>
          <p:nvSpPr>
            <p:cNvPr id="25" name="Action Button: Blank 24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6473F16B-EA0B-BE10-9DA8-976700C1942A}"/>
                </a:ext>
              </a:extLst>
            </p:cNvPr>
            <p:cNvSpPr/>
            <p:nvPr/>
          </p:nvSpPr>
          <p:spPr>
            <a:xfrm>
              <a:off x="888331" y="4479126"/>
              <a:ext cx="9805737" cy="1808914"/>
            </a:xfrm>
            <a:prstGeom prst="actionButtonBlank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15BB987-3D1E-0090-28CF-6B9F7F9E9E3F}"/>
                </a:ext>
              </a:extLst>
            </p:cNvPr>
            <p:cNvCxnSpPr>
              <a:cxnSpLocks/>
            </p:cNvCxnSpPr>
            <p:nvPr/>
          </p:nvCxnSpPr>
          <p:spPr>
            <a:xfrm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06884E6-2643-7007-1CDA-BE0F451BC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0D4D22D-D048-7D14-811C-6452B51871F1}"/>
              </a:ext>
            </a:extLst>
          </p:cNvPr>
          <p:cNvGrpSpPr/>
          <p:nvPr/>
        </p:nvGrpSpPr>
        <p:grpSpPr>
          <a:xfrm>
            <a:off x="3827295" y="5851989"/>
            <a:ext cx="1806743" cy="1006011"/>
            <a:chOff x="888331" y="4479126"/>
            <a:chExt cx="9805737" cy="1808914"/>
          </a:xfrm>
        </p:grpSpPr>
        <p:sp>
          <p:nvSpPr>
            <p:cNvPr id="29" name="Action Button: Blank 28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12EE6EE0-B9E1-9A0A-C821-30760AA86036}"/>
                </a:ext>
              </a:extLst>
            </p:cNvPr>
            <p:cNvSpPr/>
            <p:nvPr/>
          </p:nvSpPr>
          <p:spPr>
            <a:xfrm>
              <a:off x="888331" y="4479126"/>
              <a:ext cx="9805737" cy="1808914"/>
            </a:xfrm>
            <a:prstGeom prst="actionButtonBlank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D40B0AD-7424-B523-3CB1-4812529FDEEB}"/>
                </a:ext>
              </a:extLst>
            </p:cNvPr>
            <p:cNvCxnSpPr>
              <a:cxnSpLocks/>
            </p:cNvCxnSpPr>
            <p:nvPr/>
          </p:nvCxnSpPr>
          <p:spPr>
            <a:xfrm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B5CEACE-665A-3920-7915-C126F198F6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C0965FA-A3E2-B008-9F3A-899965B8875C}"/>
              </a:ext>
            </a:extLst>
          </p:cNvPr>
          <p:cNvGrpSpPr/>
          <p:nvPr/>
        </p:nvGrpSpPr>
        <p:grpSpPr>
          <a:xfrm>
            <a:off x="6515601" y="5851989"/>
            <a:ext cx="1806743" cy="1006011"/>
            <a:chOff x="888331" y="4479126"/>
            <a:chExt cx="9805737" cy="1808914"/>
          </a:xfrm>
        </p:grpSpPr>
        <p:sp>
          <p:nvSpPr>
            <p:cNvPr id="33" name="Action Button: Blank 32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65375605-BA83-34B5-F373-999221586E52}"/>
                </a:ext>
              </a:extLst>
            </p:cNvPr>
            <p:cNvSpPr/>
            <p:nvPr/>
          </p:nvSpPr>
          <p:spPr>
            <a:xfrm>
              <a:off x="888331" y="4479126"/>
              <a:ext cx="9805737" cy="1808914"/>
            </a:xfrm>
            <a:prstGeom prst="actionButtonBlank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0B008B1-909A-2C2E-7CE8-557619798177}"/>
                </a:ext>
              </a:extLst>
            </p:cNvPr>
            <p:cNvCxnSpPr>
              <a:cxnSpLocks/>
            </p:cNvCxnSpPr>
            <p:nvPr/>
          </p:nvCxnSpPr>
          <p:spPr>
            <a:xfrm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6E908B9-2DC6-9D8D-35F7-42AE080CB4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56800F1-741F-B578-748D-B79D3B981788}"/>
              </a:ext>
            </a:extLst>
          </p:cNvPr>
          <p:cNvGrpSpPr/>
          <p:nvPr/>
        </p:nvGrpSpPr>
        <p:grpSpPr>
          <a:xfrm>
            <a:off x="9203907" y="5851989"/>
            <a:ext cx="1806743" cy="1006011"/>
            <a:chOff x="888331" y="4479126"/>
            <a:chExt cx="9805737" cy="1808914"/>
          </a:xfrm>
        </p:grpSpPr>
        <p:sp>
          <p:nvSpPr>
            <p:cNvPr id="37" name="Action Button: Blank 36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EFACF8E2-D7D5-8549-DF91-38A5A75993CA}"/>
                </a:ext>
              </a:extLst>
            </p:cNvPr>
            <p:cNvSpPr/>
            <p:nvPr/>
          </p:nvSpPr>
          <p:spPr>
            <a:xfrm>
              <a:off x="888331" y="4479126"/>
              <a:ext cx="9805737" cy="1808914"/>
            </a:xfrm>
            <a:prstGeom prst="actionButtonBlank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671F04F-62CE-77D4-2728-319E935DCE73}"/>
                </a:ext>
              </a:extLst>
            </p:cNvPr>
            <p:cNvCxnSpPr>
              <a:cxnSpLocks/>
            </p:cNvCxnSpPr>
            <p:nvPr/>
          </p:nvCxnSpPr>
          <p:spPr>
            <a:xfrm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AF6C763-0EC4-917F-90ED-E9F2DD73CD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Action Button: Blank 39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B3BD1351-295B-B559-A23E-2F1D3975E5C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actionButtonBlank">
            <a:avLst/>
          </a:prstGeom>
          <a:solidFill>
            <a:srgbClr val="455153">
              <a:alpha val="3490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Action Button: Blank 40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8D9DD825-5D8E-FCB6-680B-732946EFF535}"/>
              </a:ext>
            </a:extLst>
          </p:cNvPr>
          <p:cNvSpPr/>
          <p:nvPr/>
        </p:nvSpPr>
        <p:spPr>
          <a:xfrm>
            <a:off x="3827295" y="365125"/>
            <a:ext cx="3952725" cy="5388521"/>
          </a:xfrm>
          <a:prstGeom prst="actionButtonBlank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EE13388-96DE-A2E4-E069-8F5294A3F79C}"/>
              </a:ext>
            </a:extLst>
          </p:cNvPr>
          <p:cNvSpPr txBox="1"/>
          <p:nvPr/>
        </p:nvSpPr>
        <p:spPr>
          <a:xfrm flipH="1">
            <a:off x="4076525" y="2722341"/>
            <a:ext cx="2344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Register Today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0D4F554-9DFD-12DE-052D-F2661A7C229A}"/>
              </a:ext>
            </a:extLst>
          </p:cNvPr>
          <p:cNvSpPr txBox="1"/>
          <p:nvPr/>
        </p:nvSpPr>
        <p:spPr>
          <a:xfrm flipH="1">
            <a:off x="4279055" y="3139799"/>
            <a:ext cx="2344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 Name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F09ABE0-02D5-9960-5269-EA117B2C1F59}"/>
              </a:ext>
            </a:extLst>
          </p:cNvPr>
          <p:cNvSpPr txBox="1"/>
          <p:nvPr/>
        </p:nvSpPr>
        <p:spPr>
          <a:xfrm flipH="1">
            <a:off x="4267826" y="3490907"/>
            <a:ext cx="2344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Last Name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BCBCAA1-D7A1-FC60-67E0-5139B9191B06}"/>
              </a:ext>
            </a:extLst>
          </p:cNvPr>
          <p:cNvSpPr txBox="1"/>
          <p:nvPr/>
        </p:nvSpPr>
        <p:spPr>
          <a:xfrm flipH="1">
            <a:off x="4267825" y="3868415"/>
            <a:ext cx="2344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Email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08838B8-FD80-7289-A346-40EDE0D90E37}"/>
              </a:ext>
            </a:extLst>
          </p:cNvPr>
          <p:cNvSpPr txBox="1"/>
          <p:nvPr/>
        </p:nvSpPr>
        <p:spPr>
          <a:xfrm flipH="1">
            <a:off x="4249479" y="4176138"/>
            <a:ext cx="2344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Phone Number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2D35DCE-9F6B-13CA-2910-7513B5648C80}"/>
              </a:ext>
            </a:extLst>
          </p:cNvPr>
          <p:cNvSpPr txBox="1"/>
          <p:nvPr/>
        </p:nvSpPr>
        <p:spPr>
          <a:xfrm flipH="1">
            <a:off x="4279055" y="4553646"/>
            <a:ext cx="2344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Password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B60087E-7B67-10A1-9DF3-1496A78D52EE}"/>
              </a:ext>
            </a:extLst>
          </p:cNvPr>
          <p:cNvSpPr txBox="1"/>
          <p:nvPr/>
        </p:nvSpPr>
        <p:spPr>
          <a:xfrm flipH="1">
            <a:off x="4279055" y="4851130"/>
            <a:ext cx="2344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Confirm Password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CEB8603-5CE1-E894-675A-44A2E09C8995}"/>
              </a:ext>
            </a:extLst>
          </p:cNvPr>
          <p:cNvSpPr txBox="1"/>
          <p:nvPr/>
        </p:nvSpPr>
        <p:spPr>
          <a:xfrm flipH="1">
            <a:off x="4241056" y="5282029"/>
            <a:ext cx="1852363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Create Account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44361D3-6C22-F88F-474E-A4FB8590F203}"/>
              </a:ext>
            </a:extLst>
          </p:cNvPr>
          <p:cNvSpPr txBox="1"/>
          <p:nvPr/>
        </p:nvSpPr>
        <p:spPr>
          <a:xfrm flipH="1">
            <a:off x="6244114" y="3112831"/>
            <a:ext cx="1217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_________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4302DFF-4E94-1B7F-509D-57D277F1D2C5}"/>
              </a:ext>
            </a:extLst>
          </p:cNvPr>
          <p:cNvSpPr txBox="1"/>
          <p:nvPr/>
        </p:nvSpPr>
        <p:spPr>
          <a:xfrm flipH="1">
            <a:off x="6256196" y="3424166"/>
            <a:ext cx="1217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_________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670009C-AB96-0A61-510F-A210CE78DA0A}"/>
              </a:ext>
            </a:extLst>
          </p:cNvPr>
          <p:cNvSpPr txBox="1"/>
          <p:nvPr/>
        </p:nvSpPr>
        <p:spPr>
          <a:xfrm flipH="1">
            <a:off x="6256196" y="3858418"/>
            <a:ext cx="1217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_________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03039F4-FEF7-E939-8731-79B8A310F68E}"/>
              </a:ext>
            </a:extLst>
          </p:cNvPr>
          <p:cNvSpPr txBox="1"/>
          <p:nvPr/>
        </p:nvSpPr>
        <p:spPr>
          <a:xfrm flipH="1">
            <a:off x="6250604" y="4117320"/>
            <a:ext cx="1217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_________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66FADF2-5212-14B8-CB6E-1FA7A73FA55D}"/>
              </a:ext>
            </a:extLst>
          </p:cNvPr>
          <p:cNvSpPr txBox="1"/>
          <p:nvPr/>
        </p:nvSpPr>
        <p:spPr>
          <a:xfrm flipH="1">
            <a:off x="6237849" y="4533157"/>
            <a:ext cx="1217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_________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A12A152-EA70-70AE-517E-C5728F67BF76}"/>
              </a:ext>
            </a:extLst>
          </p:cNvPr>
          <p:cNvSpPr txBox="1"/>
          <p:nvPr/>
        </p:nvSpPr>
        <p:spPr>
          <a:xfrm flipH="1">
            <a:off x="6250604" y="4852280"/>
            <a:ext cx="1217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_________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6002BB5-472D-9EB0-D4A8-D22248408540}"/>
              </a:ext>
            </a:extLst>
          </p:cNvPr>
          <p:cNvSpPr txBox="1"/>
          <p:nvPr/>
        </p:nvSpPr>
        <p:spPr>
          <a:xfrm flipH="1">
            <a:off x="4076524" y="676317"/>
            <a:ext cx="2344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Login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0CFA0F2-2F66-A73A-DC50-F0EB2179C847}"/>
              </a:ext>
            </a:extLst>
          </p:cNvPr>
          <p:cNvSpPr txBox="1"/>
          <p:nvPr/>
        </p:nvSpPr>
        <p:spPr>
          <a:xfrm flipH="1">
            <a:off x="4279055" y="1100131"/>
            <a:ext cx="2344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Email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64EA486-112B-783B-7D58-A653F63240DA}"/>
              </a:ext>
            </a:extLst>
          </p:cNvPr>
          <p:cNvSpPr txBox="1"/>
          <p:nvPr/>
        </p:nvSpPr>
        <p:spPr>
          <a:xfrm flipH="1">
            <a:off x="6267426" y="1090134"/>
            <a:ext cx="1217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_________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3F159CA-BA57-33E5-02C7-F0F3163F9DFF}"/>
              </a:ext>
            </a:extLst>
          </p:cNvPr>
          <p:cNvSpPr txBox="1"/>
          <p:nvPr/>
        </p:nvSpPr>
        <p:spPr>
          <a:xfrm flipH="1">
            <a:off x="4282212" y="1385714"/>
            <a:ext cx="2344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Password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DABA2DA-34A3-45B5-3B84-AD58B70559BB}"/>
              </a:ext>
            </a:extLst>
          </p:cNvPr>
          <p:cNvSpPr txBox="1"/>
          <p:nvPr/>
        </p:nvSpPr>
        <p:spPr>
          <a:xfrm flipH="1">
            <a:off x="6241006" y="1365225"/>
            <a:ext cx="1217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_________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8811A8B-7EDC-9CC0-E1B6-3CEAEAA18B49}"/>
              </a:ext>
            </a:extLst>
          </p:cNvPr>
          <p:cNvSpPr txBox="1"/>
          <p:nvPr/>
        </p:nvSpPr>
        <p:spPr>
          <a:xfrm flipH="1">
            <a:off x="4141367" y="1760637"/>
            <a:ext cx="831685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Login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4F2D9B1-51BA-974E-6EAB-4941CF7194F4}"/>
              </a:ext>
            </a:extLst>
          </p:cNvPr>
          <p:cNvSpPr txBox="1"/>
          <p:nvPr/>
        </p:nvSpPr>
        <p:spPr>
          <a:xfrm flipH="1">
            <a:off x="5752973" y="1838657"/>
            <a:ext cx="23445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Forgot Password</a:t>
            </a:r>
          </a:p>
        </p:txBody>
      </p:sp>
      <p:sp>
        <p:nvSpPr>
          <p:cNvPr id="66" name="Action Button: Blank 65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071A8176-ADBF-578B-0A78-8D96B10508C8}"/>
              </a:ext>
            </a:extLst>
          </p:cNvPr>
          <p:cNvSpPr/>
          <p:nvPr/>
        </p:nvSpPr>
        <p:spPr>
          <a:xfrm>
            <a:off x="4114800" y="1745170"/>
            <a:ext cx="899033" cy="408232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Action Button: Blank 66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FD9F53EF-1B6F-B80F-5908-540D919D62BB}"/>
              </a:ext>
            </a:extLst>
          </p:cNvPr>
          <p:cNvSpPr/>
          <p:nvPr/>
        </p:nvSpPr>
        <p:spPr>
          <a:xfrm>
            <a:off x="4876800" y="1752255"/>
            <a:ext cx="528910" cy="401147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875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8F108-9718-B0C3-F5CC-DB6D3ED6F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91800" cy="1325563"/>
          </a:xfrm>
        </p:spPr>
        <p:txBody>
          <a:bodyPr/>
          <a:lstStyle/>
          <a:p>
            <a:r>
              <a:rPr lang="en-US" dirty="0"/>
              <a:t>[Logo]			                     </a:t>
            </a:r>
            <a:r>
              <a:rPr lang="en-US" sz="2800" dirty="0"/>
              <a:t>Schedule       Reports    Account</a:t>
            </a:r>
            <a:endParaRPr lang="en-US" dirty="0"/>
          </a:p>
        </p:txBody>
      </p:sp>
      <p:sp>
        <p:nvSpPr>
          <p:cNvPr id="7" name="Action Button: Blank 6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B10F8DC7-E656-27EF-055B-CDC45323634E}"/>
              </a:ext>
            </a:extLst>
          </p:cNvPr>
          <p:cNvSpPr/>
          <p:nvPr/>
        </p:nvSpPr>
        <p:spPr>
          <a:xfrm>
            <a:off x="6842760" y="850232"/>
            <a:ext cx="1676400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ction Button: Blank 7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C647F88C-F2FE-7ED1-2D8D-D9469937AA99}"/>
              </a:ext>
            </a:extLst>
          </p:cNvPr>
          <p:cNvSpPr/>
          <p:nvPr/>
        </p:nvSpPr>
        <p:spPr>
          <a:xfrm>
            <a:off x="8618220" y="850232"/>
            <a:ext cx="1341120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Action Button: Blank 8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2AC9BBEA-23AB-32EE-38BC-1044F3C57226}"/>
              </a:ext>
            </a:extLst>
          </p:cNvPr>
          <p:cNvSpPr/>
          <p:nvPr/>
        </p:nvSpPr>
        <p:spPr>
          <a:xfrm>
            <a:off x="10041731" y="850232"/>
            <a:ext cx="1251109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472B43-93B9-4698-88EA-302064B8B49A}"/>
              </a:ext>
            </a:extLst>
          </p:cNvPr>
          <p:cNvSpPr txBox="1"/>
          <p:nvPr/>
        </p:nvSpPr>
        <p:spPr>
          <a:xfrm flipH="1">
            <a:off x="935353" y="6389884"/>
            <a:ext cx="965243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Moffat Bay   Registered©	Contact Us at (555) 555-5555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AD0EAC-F81B-D0F5-AE12-ACF8A62B4F36}"/>
              </a:ext>
            </a:extLst>
          </p:cNvPr>
          <p:cNvSpPr txBox="1"/>
          <p:nvPr/>
        </p:nvSpPr>
        <p:spPr>
          <a:xfrm flipH="1">
            <a:off x="935352" y="1951672"/>
            <a:ext cx="58083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Welcome Back, Jason!</a:t>
            </a:r>
            <a:endParaRPr lang="en-US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0" name="Action Button: Blank 29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E4AC9319-CEAD-DAD5-BC41-3F69EE6608DD}"/>
              </a:ext>
            </a:extLst>
          </p:cNvPr>
          <p:cNvSpPr/>
          <p:nvPr/>
        </p:nvSpPr>
        <p:spPr>
          <a:xfrm>
            <a:off x="10041731" y="1364802"/>
            <a:ext cx="1002507" cy="253774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Logout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881017-9152-6BCB-5FA4-1CD02F5C5249}"/>
              </a:ext>
            </a:extLst>
          </p:cNvPr>
          <p:cNvSpPr txBox="1"/>
          <p:nvPr/>
        </p:nvSpPr>
        <p:spPr>
          <a:xfrm flipH="1">
            <a:off x="2326602" y="3059668"/>
            <a:ext cx="1058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8:37 PM</a:t>
            </a:r>
          </a:p>
        </p:txBody>
      </p:sp>
      <p:sp>
        <p:nvSpPr>
          <p:cNvPr id="19" name="Action Button: Blank 18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BA29EFA8-07F3-94EC-257E-E6D8AA4943BC}"/>
              </a:ext>
            </a:extLst>
          </p:cNvPr>
          <p:cNvSpPr/>
          <p:nvPr/>
        </p:nvSpPr>
        <p:spPr>
          <a:xfrm>
            <a:off x="1117600" y="3059668"/>
            <a:ext cx="1209002" cy="369332"/>
          </a:xfrm>
          <a:prstGeom prst="actionButtonBlank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Clock In</a:t>
            </a:r>
          </a:p>
        </p:txBody>
      </p:sp>
    </p:spTree>
    <p:extLst>
      <p:ext uri="{BB962C8B-B14F-4D97-AF65-F5344CB8AC3E}">
        <p14:creationId xmlns:p14="http://schemas.microsoft.com/office/powerpoint/2010/main" val="3390608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472B43-93B9-4698-88EA-302064B8B49A}"/>
              </a:ext>
            </a:extLst>
          </p:cNvPr>
          <p:cNvSpPr txBox="1"/>
          <p:nvPr/>
        </p:nvSpPr>
        <p:spPr>
          <a:xfrm flipH="1">
            <a:off x="935353" y="6389884"/>
            <a:ext cx="965243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Moffat Bay   Registered©	Contact Us at (555) 555-5555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AD0EAC-F81B-D0F5-AE12-ACF8A62B4F36}"/>
              </a:ext>
            </a:extLst>
          </p:cNvPr>
          <p:cNvSpPr txBox="1"/>
          <p:nvPr/>
        </p:nvSpPr>
        <p:spPr>
          <a:xfrm flipH="1">
            <a:off x="935352" y="1951672"/>
            <a:ext cx="58083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Welcome Back, Jason!</a:t>
            </a:r>
            <a:endParaRPr lang="en-US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881017-9152-6BCB-5FA4-1CD02F5C5249}"/>
              </a:ext>
            </a:extLst>
          </p:cNvPr>
          <p:cNvSpPr txBox="1"/>
          <p:nvPr/>
        </p:nvSpPr>
        <p:spPr>
          <a:xfrm flipH="1">
            <a:off x="2326602" y="3059668"/>
            <a:ext cx="1058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8:37 PM</a:t>
            </a:r>
          </a:p>
        </p:txBody>
      </p:sp>
      <p:sp>
        <p:nvSpPr>
          <p:cNvPr id="4" name="Action Button: Blank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C1BD21D0-AA7F-9118-E223-D70F2A4EF8FF}"/>
              </a:ext>
            </a:extLst>
          </p:cNvPr>
          <p:cNvSpPr/>
          <p:nvPr/>
        </p:nvSpPr>
        <p:spPr>
          <a:xfrm>
            <a:off x="1117600" y="3059668"/>
            <a:ext cx="1209002" cy="369332"/>
          </a:xfrm>
          <a:prstGeom prst="actionButtonBlank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Clock Out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35D9E4D-6A7B-AAF8-AAA4-393C8A277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91800" cy="1325563"/>
          </a:xfrm>
        </p:spPr>
        <p:txBody>
          <a:bodyPr/>
          <a:lstStyle/>
          <a:p>
            <a:r>
              <a:rPr lang="en-US" dirty="0"/>
              <a:t>[Logo]			                     </a:t>
            </a:r>
            <a:r>
              <a:rPr lang="en-US" sz="2800" dirty="0"/>
              <a:t>Schedule       Reports    Account</a:t>
            </a:r>
            <a:endParaRPr lang="en-US" dirty="0"/>
          </a:p>
        </p:txBody>
      </p:sp>
      <p:sp>
        <p:nvSpPr>
          <p:cNvPr id="12" name="Action Button: Blank 11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1594302B-9E81-A98F-C20C-9AF38E5E79EA}"/>
              </a:ext>
            </a:extLst>
          </p:cNvPr>
          <p:cNvSpPr/>
          <p:nvPr/>
        </p:nvSpPr>
        <p:spPr>
          <a:xfrm>
            <a:off x="6842760" y="850232"/>
            <a:ext cx="1676400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ction Button: Blank 12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ED5B9536-2130-16F4-A7BD-3FAE4BE0E276}"/>
              </a:ext>
            </a:extLst>
          </p:cNvPr>
          <p:cNvSpPr/>
          <p:nvPr/>
        </p:nvSpPr>
        <p:spPr>
          <a:xfrm>
            <a:off x="8618220" y="850232"/>
            <a:ext cx="1341120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Action Button: Blank 13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79DD53E4-0317-DF47-4AB3-1F506C31C76B}"/>
              </a:ext>
            </a:extLst>
          </p:cNvPr>
          <p:cNvSpPr/>
          <p:nvPr/>
        </p:nvSpPr>
        <p:spPr>
          <a:xfrm>
            <a:off x="10041731" y="850232"/>
            <a:ext cx="1251109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Action Button: Blank 14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A045F151-3402-DFF2-FAB0-24D95B9E5E35}"/>
              </a:ext>
            </a:extLst>
          </p:cNvPr>
          <p:cNvSpPr/>
          <p:nvPr/>
        </p:nvSpPr>
        <p:spPr>
          <a:xfrm>
            <a:off x="10041731" y="1364802"/>
            <a:ext cx="1002507" cy="253774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Logout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9109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472B43-93B9-4698-88EA-302064B8B49A}"/>
              </a:ext>
            </a:extLst>
          </p:cNvPr>
          <p:cNvSpPr txBox="1"/>
          <p:nvPr/>
        </p:nvSpPr>
        <p:spPr>
          <a:xfrm flipH="1">
            <a:off x="935353" y="6389884"/>
            <a:ext cx="965243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Moffat Bay   Registered©	Contact Us at (555) 555-5555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AD0EAC-F81B-D0F5-AE12-ACF8A62B4F36}"/>
              </a:ext>
            </a:extLst>
          </p:cNvPr>
          <p:cNvSpPr txBox="1"/>
          <p:nvPr/>
        </p:nvSpPr>
        <p:spPr>
          <a:xfrm flipH="1">
            <a:off x="935352" y="1951672"/>
            <a:ext cx="58083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Occupancy Report</a:t>
            </a:r>
            <a:endParaRPr lang="en-US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BE9835F-A9AA-879E-66D8-B30D6DBC2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3876639"/>
              </p:ext>
            </p:extLst>
          </p:nvPr>
        </p:nvGraphicFramePr>
        <p:xfrm>
          <a:off x="1346200" y="3298606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1161629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44898776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95890844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999425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4740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262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2190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903394"/>
                  </a:ext>
                </a:extLst>
              </a:tr>
            </a:tbl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256AB4B1-0888-3628-4742-23F7E2553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91800" cy="1325563"/>
          </a:xfrm>
        </p:spPr>
        <p:txBody>
          <a:bodyPr/>
          <a:lstStyle/>
          <a:p>
            <a:r>
              <a:rPr lang="en-US" dirty="0"/>
              <a:t>[Logo]			                     </a:t>
            </a:r>
            <a:r>
              <a:rPr lang="en-US" sz="2800" dirty="0"/>
              <a:t>Schedule       Reports    Account</a:t>
            </a:r>
            <a:endParaRPr lang="en-US" dirty="0"/>
          </a:p>
        </p:txBody>
      </p:sp>
      <p:sp>
        <p:nvSpPr>
          <p:cNvPr id="13" name="Action Button: Blank 1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A7CE09AA-93FC-6ABA-C543-FA67B66CE4F0}"/>
              </a:ext>
            </a:extLst>
          </p:cNvPr>
          <p:cNvSpPr/>
          <p:nvPr/>
        </p:nvSpPr>
        <p:spPr>
          <a:xfrm>
            <a:off x="6842760" y="850232"/>
            <a:ext cx="1676400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ction Button: Blank 1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640A4CF5-A17E-E6DB-FDE9-C8C35857072E}"/>
              </a:ext>
            </a:extLst>
          </p:cNvPr>
          <p:cNvSpPr/>
          <p:nvPr/>
        </p:nvSpPr>
        <p:spPr>
          <a:xfrm>
            <a:off x="8618220" y="850232"/>
            <a:ext cx="1341120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Action Button: Blank 14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A5798BAF-8177-820A-1C09-81ACF0C05EE4}"/>
              </a:ext>
            </a:extLst>
          </p:cNvPr>
          <p:cNvSpPr/>
          <p:nvPr/>
        </p:nvSpPr>
        <p:spPr>
          <a:xfrm>
            <a:off x="10041731" y="850232"/>
            <a:ext cx="1251109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Action Button: Blank 15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F18B9317-B5B6-11C4-11C8-6A7A12F22907}"/>
              </a:ext>
            </a:extLst>
          </p:cNvPr>
          <p:cNvSpPr/>
          <p:nvPr/>
        </p:nvSpPr>
        <p:spPr>
          <a:xfrm>
            <a:off x="10041731" y="1364802"/>
            <a:ext cx="1002507" cy="253774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Logout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1445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472B43-93B9-4698-88EA-302064B8B49A}"/>
              </a:ext>
            </a:extLst>
          </p:cNvPr>
          <p:cNvSpPr txBox="1"/>
          <p:nvPr/>
        </p:nvSpPr>
        <p:spPr>
          <a:xfrm flipH="1">
            <a:off x="935353" y="6389884"/>
            <a:ext cx="965243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Moffat Bay   Registered©	Contact Us at (555) 555-5555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AD0EAC-F81B-D0F5-AE12-ACF8A62B4F36}"/>
              </a:ext>
            </a:extLst>
          </p:cNvPr>
          <p:cNvSpPr txBox="1"/>
          <p:nvPr/>
        </p:nvSpPr>
        <p:spPr>
          <a:xfrm flipH="1">
            <a:off x="935352" y="1951672"/>
            <a:ext cx="58083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Schedule</a:t>
            </a:r>
            <a:endParaRPr lang="en-US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BD7FCAC-029B-6EC0-003F-298F4BACB4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287514"/>
              </p:ext>
            </p:extLst>
          </p:nvPr>
        </p:nvGraphicFramePr>
        <p:xfrm>
          <a:off x="1041400" y="2659558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6868609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6302338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25410729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99368683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5228279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4973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13617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1AF6B25-5B84-4EF5-C8F7-EF2A59007D48}"/>
              </a:ext>
            </a:extLst>
          </p:cNvPr>
          <p:cNvSpPr txBox="1"/>
          <p:nvPr/>
        </p:nvSpPr>
        <p:spPr>
          <a:xfrm flipH="1">
            <a:off x="935352" y="3558152"/>
            <a:ext cx="58083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Accruals</a:t>
            </a:r>
            <a:endParaRPr lang="en-US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33AE81A-38A4-0B04-8CF3-719F06F2CA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07471"/>
              </p:ext>
            </p:extLst>
          </p:nvPr>
        </p:nvGraphicFramePr>
        <p:xfrm>
          <a:off x="1041400" y="4294603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6868609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6302338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25410729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99368683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5228279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4973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136179"/>
                  </a:ext>
                </a:extLst>
              </a:tr>
            </a:tbl>
          </a:graphicData>
        </a:graphic>
      </p:graphicFrame>
      <p:sp>
        <p:nvSpPr>
          <p:cNvPr id="14" name="Title 1">
            <a:extLst>
              <a:ext uri="{FF2B5EF4-FFF2-40B4-BE49-F238E27FC236}">
                <a16:creationId xmlns:a16="http://schemas.microsoft.com/office/drawing/2014/main" id="{FF0B611A-21FD-8F12-C5B2-4B0AA316A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91800" cy="1325563"/>
          </a:xfrm>
        </p:spPr>
        <p:txBody>
          <a:bodyPr/>
          <a:lstStyle/>
          <a:p>
            <a:r>
              <a:rPr lang="en-US" dirty="0"/>
              <a:t>[Logo]			                     </a:t>
            </a:r>
            <a:r>
              <a:rPr lang="en-US" sz="2800" dirty="0"/>
              <a:t>Schedule       Reports    Account</a:t>
            </a:r>
            <a:endParaRPr lang="en-US" dirty="0"/>
          </a:p>
        </p:txBody>
      </p:sp>
      <p:sp>
        <p:nvSpPr>
          <p:cNvPr id="15" name="Action Button: Blank 1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1DDAA05D-78C0-12A1-7A1F-0B45B96D1619}"/>
              </a:ext>
            </a:extLst>
          </p:cNvPr>
          <p:cNvSpPr/>
          <p:nvPr/>
        </p:nvSpPr>
        <p:spPr>
          <a:xfrm>
            <a:off x="6842760" y="850232"/>
            <a:ext cx="1676400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ction Button: Blank 17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8795E001-3403-08E8-C3BE-A18017EDEF7E}"/>
              </a:ext>
            </a:extLst>
          </p:cNvPr>
          <p:cNvSpPr/>
          <p:nvPr/>
        </p:nvSpPr>
        <p:spPr>
          <a:xfrm>
            <a:off x="8618220" y="850232"/>
            <a:ext cx="1341120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Action Button: Blank 18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5CCD4454-E3A8-15E9-8BE7-F20B61B53F6C}"/>
              </a:ext>
            </a:extLst>
          </p:cNvPr>
          <p:cNvSpPr/>
          <p:nvPr/>
        </p:nvSpPr>
        <p:spPr>
          <a:xfrm>
            <a:off x="10041731" y="850232"/>
            <a:ext cx="1251109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Action Button: Blank 19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D73ACD4B-9BED-7AC8-B80D-AFB75BA40FA8}"/>
              </a:ext>
            </a:extLst>
          </p:cNvPr>
          <p:cNvSpPr/>
          <p:nvPr/>
        </p:nvSpPr>
        <p:spPr>
          <a:xfrm>
            <a:off x="10041731" y="1364802"/>
            <a:ext cx="1002507" cy="253774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Logout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6133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74EE75A5-3BDB-6D29-99AF-02698E907F68}"/>
              </a:ext>
            </a:extLst>
          </p:cNvPr>
          <p:cNvSpPr txBox="1"/>
          <p:nvPr/>
        </p:nvSpPr>
        <p:spPr>
          <a:xfrm flipH="1">
            <a:off x="935353" y="6389884"/>
            <a:ext cx="965243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Moffat Bay   Registered©	Contact Us at (555) 555-5555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E03003-B638-1E20-BAFC-5149F32EC69A}"/>
              </a:ext>
            </a:extLst>
          </p:cNvPr>
          <p:cNvSpPr txBox="1"/>
          <p:nvPr/>
        </p:nvSpPr>
        <p:spPr>
          <a:xfrm flipH="1">
            <a:off x="935353" y="1951672"/>
            <a:ext cx="23445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Account</a:t>
            </a:r>
            <a:endParaRPr lang="en-US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08DF38-E522-18D0-D668-26DD01CC0C31}"/>
              </a:ext>
            </a:extLst>
          </p:cNvPr>
          <p:cNvSpPr txBox="1"/>
          <p:nvPr/>
        </p:nvSpPr>
        <p:spPr>
          <a:xfrm flipH="1">
            <a:off x="3279908" y="2718667"/>
            <a:ext cx="4145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Title                                          Matey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E84341-EBF7-346A-F9AF-AD0E70E260B5}"/>
              </a:ext>
            </a:extLst>
          </p:cNvPr>
          <p:cNvSpPr txBox="1"/>
          <p:nvPr/>
        </p:nvSpPr>
        <p:spPr>
          <a:xfrm flipH="1">
            <a:off x="3279908" y="2979651"/>
            <a:ext cx="4145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Supervisor                            Ishmael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2ECD75-22CA-7F62-8352-2D1376FC21DF}"/>
              </a:ext>
            </a:extLst>
          </p:cNvPr>
          <p:cNvSpPr txBox="1"/>
          <p:nvPr/>
        </p:nvSpPr>
        <p:spPr>
          <a:xfrm flipH="1">
            <a:off x="3279908" y="3285039"/>
            <a:ext cx="4145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Shift                                         Nights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CF7A90C-B7D3-36F5-3C1A-F40969412511}"/>
              </a:ext>
            </a:extLst>
          </p:cNvPr>
          <p:cNvGrpSpPr/>
          <p:nvPr/>
        </p:nvGrpSpPr>
        <p:grpSpPr>
          <a:xfrm>
            <a:off x="1024939" y="2669143"/>
            <a:ext cx="1807161" cy="2121556"/>
            <a:chOff x="888331" y="4479126"/>
            <a:chExt cx="9805737" cy="1808914"/>
          </a:xfrm>
        </p:grpSpPr>
        <p:sp>
          <p:nvSpPr>
            <p:cNvPr id="3" name="Action Button: Blank 2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BCEAFD97-A48F-DC0A-6F66-775CFE53D69F}"/>
                </a:ext>
              </a:extLst>
            </p:cNvPr>
            <p:cNvSpPr/>
            <p:nvPr/>
          </p:nvSpPr>
          <p:spPr>
            <a:xfrm>
              <a:off x="888331" y="4479126"/>
              <a:ext cx="9805737" cy="1808914"/>
            </a:xfrm>
            <a:prstGeom prst="actionButtonBlank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4572809-F7C4-D50C-B2FD-9E3EA8558D4E}"/>
                </a:ext>
              </a:extLst>
            </p:cNvPr>
            <p:cNvCxnSpPr>
              <a:cxnSpLocks/>
            </p:cNvCxnSpPr>
            <p:nvPr/>
          </p:nvCxnSpPr>
          <p:spPr>
            <a:xfrm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4A5A0DA-DF23-6AB9-12B7-6AF7C4B4C2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0DFA542D-193C-57B5-E5AE-C136BDEDC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91800" cy="1325563"/>
          </a:xfrm>
        </p:spPr>
        <p:txBody>
          <a:bodyPr/>
          <a:lstStyle/>
          <a:p>
            <a:r>
              <a:rPr lang="en-US" dirty="0"/>
              <a:t>[Logo]			                     </a:t>
            </a:r>
            <a:r>
              <a:rPr lang="en-US" sz="2800" dirty="0"/>
              <a:t>Schedule       Reports    Account</a:t>
            </a:r>
            <a:endParaRPr lang="en-US" dirty="0"/>
          </a:p>
        </p:txBody>
      </p:sp>
      <p:sp>
        <p:nvSpPr>
          <p:cNvPr id="9" name="Action Button: Blank 8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EC4C2C6F-9FB2-B4C9-22BC-8D7247FBFBF5}"/>
              </a:ext>
            </a:extLst>
          </p:cNvPr>
          <p:cNvSpPr/>
          <p:nvPr/>
        </p:nvSpPr>
        <p:spPr>
          <a:xfrm>
            <a:off x="6842760" y="850232"/>
            <a:ext cx="1676400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ction Button: Blank 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04A9399E-B6D2-28B3-AE61-FACA40DF9997}"/>
              </a:ext>
            </a:extLst>
          </p:cNvPr>
          <p:cNvSpPr/>
          <p:nvPr/>
        </p:nvSpPr>
        <p:spPr>
          <a:xfrm>
            <a:off x="8618220" y="850232"/>
            <a:ext cx="1341120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Action Button: Blank 10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C5AEBF22-12AA-4FBA-F0CD-31EF1C7B2D9D}"/>
              </a:ext>
            </a:extLst>
          </p:cNvPr>
          <p:cNvSpPr/>
          <p:nvPr/>
        </p:nvSpPr>
        <p:spPr>
          <a:xfrm>
            <a:off x="10041731" y="850232"/>
            <a:ext cx="1251109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Action Button: Blank 12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7A713110-5200-9A2D-25E6-E4F8E014D66B}"/>
              </a:ext>
            </a:extLst>
          </p:cNvPr>
          <p:cNvSpPr/>
          <p:nvPr/>
        </p:nvSpPr>
        <p:spPr>
          <a:xfrm>
            <a:off x="10041731" y="1364802"/>
            <a:ext cx="1002507" cy="253774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Logout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5782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8F108-9718-B0C3-F5CC-DB6D3ED6F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[Logo]			</a:t>
            </a:r>
            <a:r>
              <a:rPr lang="en-US" sz="2800" dirty="0"/>
              <a:t>Home   Rooms   Attractions   Contact   Account</a:t>
            </a:r>
            <a:endParaRPr lang="en-US" dirty="0"/>
          </a:p>
        </p:txBody>
      </p:sp>
      <p:sp>
        <p:nvSpPr>
          <p:cNvPr id="4" name="Action Button: Blank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FBE2B330-1BB7-33BA-4ABB-C1821D681A7D}"/>
              </a:ext>
            </a:extLst>
          </p:cNvPr>
          <p:cNvSpPr/>
          <p:nvPr/>
        </p:nvSpPr>
        <p:spPr>
          <a:xfrm>
            <a:off x="4539915" y="850232"/>
            <a:ext cx="963153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ction Button: Blank 5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51427813-9B8C-E87C-5CDA-91F749444340}"/>
              </a:ext>
            </a:extLst>
          </p:cNvPr>
          <p:cNvSpPr/>
          <p:nvPr/>
        </p:nvSpPr>
        <p:spPr>
          <a:xfrm>
            <a:off x="5634038" y="850232"/>
            <a:ext cx="1109662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ction Button: Blank 6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B10F8DC7-E656-27EF-055B-CDC45323634E}"/>
              </a:ext>
            </a:extLst>
          </p:cNvPr>
          <p:cNvSpPr/>
          <p:nvPr/>
        </p:nvSpPr>
        <p:spPr>
          <a:xfrm>
            <a:off x="6842760" y="850232"/>
            <a:ext cx="1676400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ction Button: Blank 7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C647F88C-F2FE-7ED1-2D8D-D9469937AA99}"/>
              </a:ext>
            </a:extLst>
          </p:cNvPr>
          <p:cNvSpPr/>
          <p:nvPr/>
        </p:nvSpPr>
        <p:spPr>
          <a:xfrm>
            <a:off x="8618220" y="850232"/>
            <a:ext cx="1341120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ction Button: Blank 8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2AC9BBEA-23AB-32EE-38BC-1044F3C57226}"/>
              </a:ext>
            </a:extLst>
          </p:cNvPr>
          <p:cNvSpPr/>
          <p:nvPr/>
        </p:nvSpPr>
        <p:spPr>
          <a:xfrm>
            <a:off x="10041731" y="850232"/>
            <a:ext cx="1251109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472B43-93B9-4698-88EA-302064B8B49A}"/>
              </a:ext>
            </a:extLst>
          </p:cNvPr>
          <p:cNvSpPr txBox="1"/>
          <p:nvPr/>
        </p:nvSpPr>
        <p:spPr>
          <a:xfrm flipH="1">
            <a:off x="935353" y="6389884"/>
            <a:ext cx="965243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Moffat Bay   Registered©	Contact Us at (555) 555-5555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AD0EAC-F81B-D0F5-AE12-ACF8A62B4F36}"/>
              </a:ext>
            </a:extLst>
          </p:cNvPr>
          <p:cNvSpPr txBox="1"/>
          <p:nvPr/>
        </p:nvSpPr>
        <p:spPr>
          <a:xfrm flipH="1">
            <a:off x="935352" y="1951672"/>
            <a:ext cx="58083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Welcome Back, Maria!</a:t>
            </a:r>
            <a:endParaRPr lang="en-US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Action Button: Blank 9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CED06945-7D29-37BA-2A58-66C1477E7E17}"/>
              </a:ext>
            </a:extLst>
          </p:cNvPr>
          <p:cNvSpPr/>
          <p:nvPr/>
        </p:nvSpPr>
        <p:spPr>
          <a:xfrm>
            <a:off x="935352" y="2819404"/>
            <a:ext cx="9805737" cy="1808914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04A1633-867B-6217-D660-79E489BFC6EA}"/>
              </a:ext>
            </a:extLst>
          </p:cNvPr>
          <p:cNvCxnSpPr/>
          <p:nvPr/>
        </p:nvCxnSpPr>
        <p:spPr>
          <a:xfrm>
            <a:off x="935352" y="2819404"/>
            <a:ext cx="9805737" cy="18089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47B19FA-9C09-58EC-1FD7-FA1342753265}"/>
              </a:ext>
            </a:extLst>
          </p:cNvPr>
          <p:cNvCxnSpPr/>
          <p:nvPr/>
        </p:nvCxnSpPr>
        <p:spPr>
          <a:xfrm flipV="1">
            <a:off x="935352" y="2819404"/>
            <a:ext cx="9805737" cy="18089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FC762D4-D6E7-82FC-BEA9-381671A6D6A3}"/>
              </a:ext>
            </a:extLst>
          </p:cNvPr>
          <p:cNvSpPr txBox="1"/>
          <p:nvPr/>
        </p:nvSpPr>
        <p:spPr>
          <a:xfrm flipH="1">
            <a:off x="981071" y="4644362"/>
            <a:ext cx="4654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Experience the Bay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E71425-B477-B66D-1647-6AAF6236C091}"/>
              </a:ext>
            </a:extLst>
          </p:cNvPr>
          <p:cNvSpPr txBox="1"/>
          <p:nvPr/>
        </p:nvSpPr>
        <p:spPr>
          <a:xfrm flipH="1">
            <a:off x="981071" y="5139970"/>
            <a:ext cx="2344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Featured Amenities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C82892-A76D-6947-1407-97EB93B4B930}"/>
              </a:ext>
            </a:extLst>
          </p:cNvPr>
          <p:cNvSpPr txBox="1"/>
          <p:nvPr/>
        </p:nvSpPr>
        <p:spPr>
          <a:xfrm flipH="1">
            <a:off x="1183602" y="5509302"/>
            <a:ext cx="618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DCA111-C7D9-35FE-DB0A-5F14BC3C8738}"/>
              </a:ext>
            </a:extLst>
          </p:cNvPr>
          <p:cNvSpPr txBox="1"/>
          <p:nvPr/>
        </p:nvSpPr>
        <p:spPr>
          <a:xfrm flipH="1">
            <a:off x="1183602" y="5878634"/>
            <a:ext cx="95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That</a:t>
            </a:r>
          </a:p>
        </p:txBody>
      </p:sp>
      <p:sp>
        <p:nvSpPr>
          <p:cNvPr id="30" name="Action Button: Blank 29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E4AC9319-CEAD-DAD5-BC41-3F69EE6608DD}"/>
              </a:ext>
            </a:extLst>
          </p:cNvPr>
          <p:cNvSpPr/>
          <p:nvPr/>
        </p:nvSpPr>
        <p:spPr>
          <a:xfrm>
            <a:off x="10041731" y="1364802"/>
            <a:ext cx="1002507" cy="253774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Logout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7144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4879A4CB-8D85-14BC-8373-B7B97B87E6A5}"/>
              </a:ext>
            </a:extLst>
          </p:cNvPr>
          <p:cNvSpPr txBox="1"/>
          <p:nvPr/>
        </p:nvSpPr>
        <p:spPr>
          <a:xfrm flipH="1">
            <a:off x="976813" y="1506022"/>
            <a:ext cx="2344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Room Previews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44DE02E-E44F-1A84-1A48-4FDD625CD25D}"/>
              </a:ext>
            </a:extLst>
          </p:cNvPr>
          <p:cNvGrpSpPr/>
          <p:nvPr/>
        </p:nvGrpSpPr>
        <p:grpSpPr>
          <a:xfrm>
            <a:off x="1024939" y="1973697"/>
            <a:ext cx="1806743" cy="1006011"/>
            <a:chOff x="888331" y="4479126"/>
            <a:chExt cx="9805737" cy="1808914"/>
          </a:xfrm>
        </p:grpSpPr>
        <p:sp>
          <p:nvSpPr>
            <p:cNvPr id="26" name="Action Button: Blank 25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AC3BED85-F636-CC91-B626-449689070599}"/>
                </a:ext>
              </a:extLst>
            </p:cNvPr>
            <p:cNvSpPr/>
            <p:nvPr/>
          </p:nvSpPr>
          <p:spPr>
            <a:xfrm>
              <a:off x="888331" y="4479126"/>
              <a:ext cx="9805737" cy="1808914"/>
            </a:xfrm>
            <a:prstGeom prst="actionButtonBlank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BEB576F-A6E2-A464-33B8-058DAB114D4C}"/>
                </a:ext>
              </a:extLst>
            </p:cNvPr>
            <p:cNvCxnSpPr>
              <a:cxnSpLocks/>
            </p:cNvCxnSpPr>
            <p:nvPr/>
          </p:nvCxnSpPr>
          <p:spPr>
            <a:xfrm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A64E033-FE8B-D40C-D18A-013BB54A2A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5FF71B7-5A3F-EE3B-9795-57E19192D82C}"/>
              </a:ext>
            </a:extLst>
          </p:cNvPr>
          <p:cNvGrpSpPr/>
          <p:nvPr/>
        </p:nvGrpSpPr>
        <p:grpSpPr>
          <a:xfrm>
            <a:off x="3713245" y="1973697"/>
            <a:ext cx="1806743" cy="1006011"/>
            <a:chOff x="888331" y="4479126"/>
            <a:chExt cx="9805737" cy="1808914"/>
          </a:xfrm>
        </p:grpSpPr>
        <p:sp>
          <p:nvSpPr>
            <p:cNvPr id="30" name="Action Button: Blank 29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9EDE6ED0-5708-0AA2-722C-57FE3FEE119C}"/>
                </a:ext>
              </a:extLst>
            </p:cNvPr>
            <p:cNvSpPr/>
            <p:nvPr/>
          </p:nvSpPr>
          <p:spPr>
            <a:xfrm>
              <a:off x="888331" y="4479126"/>
              <a:ext cx="9805737" cy="1808914"/>
            </a:xfrm>
            <a:prstGeom prst="actionButtonBlank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778C5C0-49EE-FAA3-FD65-07D3D5E22F7B}"/>
                </a:ext>
              </a:extLst>
            </p:cNvPr>
            <p:cNvCxnSpPr>
              <a:cxnSpLocks/>
            </p:cNvCxnSpPr>
            <p:nvPr/>
          </p:nvCxnSpPr>
          <p:spPr>
            <a:xfrm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5C4B4BA-1693-F640-2988-5144DED66A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A7EE7BE-E4B9-7644-FDEE-3E1B306D91D4}"/>
              </a:ext>
            </a:extLst>
          </p:cNvPr>
          <p:cNvGrpSpPr/>
          <p:nvPr/>
        </p:nvGrpSpPr>
        <p:grpSpPr>
          <a:xfrm>
            <a:off x="6401551" y="1973697"/>
            <a:ext cx="1806743" cy="1006011"/>
            <a:chOff x="888331" y="4479126"/>
            <a:chExt cx="9805737" cy="1808914"/>
          </a:xfrm>
        </p:grpSpPr>
        <p:sp>
          <p:nvSpPr>
            <p:cNvPr id="34" name="Action Button: Blank 33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F2D42D4A-2CEA-0D03-F498-DB98FD00DECE}"/>
                </a:ext>
              </a:extLst>
            </p:cNvPr>
            <p:cNvSpPr/>
            <p:nvPr/>
          </p:nvSpPr>
          <p:spPr>
            <a:xfrm>
              <a:off x="888331" y="4479126"/>
              <a:ext cx="9805737" cy="1808914"/>
            </a:xfrm>
            <a:prstGeom prst="actionButtonBlank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F36CCA8-BA91-13B1-044A-CC1180262615}"/>
                </a:ext>
              </a:extLst>
            </p:cNvPr>
            <p:cNvCxnSpPr>
              <a:cxnSpLocks/>
            </p:cNvCxnSpPr>
            <p:nvPr/>
          </p:nvCxnSpPr>
          <p:spPr>
            <a:xfrm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AE0ECFB-877C-6D2F-5D28-7548A98F7A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A7CBFDF-9E96-4DFB-F595-D5FAF856B073}"/>
              </a:ext>
            </a:extLst>
          </p:cNvPr>
          <p:cNvGrpSpPr/>
          <p:nvPr/>
        </p:nvGrpSpPr>
        <p:grpSpPr>
          <a:xfrm>
            <a:off x="9089857" y="1973697"/>
            <a:ext cx="1806743" cy="1006011"/>
            <a:chOff x="888331" y="4479126"/>
            <a:chExt cx="9805737" cy="1808914"/>
          </a:xfrm>
        </p:grpSpPr>
        <p:sp>
          <p:nvSpPr>
            <p:cNvPr id="38" name="Action Button: Blank 37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8C77F1FE-A6CF-E478-AF23-19C85006307D}"/>
                </a:ext>
              </a:extLst>
            </p:cNvPr>
            <p:cNvSpPr/>
            <p:nvPr/>
          </p:nvSpPr>
          <p:spPr>
            <a:xfrm>
              <a:off x="888331" y="4479126"/>
              <a:ext cx="9805737" cy="1808914"/>
            </a:xfrm>
            <a:prstGeom prst="actionButtonBlank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EC56D63-C8A2-BAB1-21F1-585C61E95F5E}"/>
                </a:ext>
              </a:extLst>
            </p:cNvPr>
            <p:cNvCxnSpPr>
              <a:cxnSpLocks/>
            </p:cNvCxnSpPr>
            <p:nvPr/>
          </p:nvCxnSpPr>
          <p:spPr>
            <a:xfrm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BF0E193-FD20-8151-4F06-2D376FE406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E766B940-3642-38D7-B4AB-9174D344CA4C}"/>
              </a:ext>
            </a:extLst>
          </p:cNvPr>
          <p:cNvSpPr txBox="1"/>
          <p:nvPr/>
        </p:nvSpPr>
        <p:spPr>
          <a:xfrm flipH="1">
            <a:off x="858753" y="2979711"/>
            <a:ext cx="1806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King Bed</a:t>
            </a:r>
          </a:p>
          <a:p>
            <a:r>
              <a:rPr lang="en-US" dirty="0"/>
              <a:t>Mini Fridge</a:t>
            </a:r>
          </a:p>
          <a:p>
            <a:r>
              <a:rPr lang="en-US" dirty="0"/>
              <a:t>Sleeps 3</a:t>
            </a:r>
          </a:p>
          <a:p>
            <a:r>
              <a:rPr lang="en-US" dirty="0"/>
              <a:t>$XXX.XX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33A1316-E541-FE77-93C3-7F2A3850D1D8}"/>
              </a:ext>
            </a:extLst>
          </p:cNvPr>
          <p:cNvSpPr txBox="1"/>
          <p:nvPr/>
        </p:nvSpPr>
        <p:spPr>
          <a:xfrm flipH="1">
            <a:off x="3713245" y="2979709"/>
            <a:ext cx="1806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Queen Bed</a:t>
            </a:r>
          </a:p>
          <a:p>
            <a:r>
              <a:rPr lang="en-US" dirty="0"/>
              <a:t>Mini Fridge</a:t>
            </a:r>
          </a:p>
          <a:p>
            <a:r>
              <a:rPr lang="en-US" dirty="0"/>
              <a:t>Sleeps 3</a:t>
            </a:r>
          </a:p>
          <a:p>
            <a:r>
              <a:rPr lang="en-US" dirty="0"/>
              <a:t>$XXX.XX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99A54E2-ABF6-D966-5A5C-80AF1977C77F}"/>
              </a:ext>
            </a:extLst>
          </p:cNvPr>
          <p:cNvSpPr txBox="1"/>
          <p:nvPr/>
        </p:nvSpPr>
        <p:spPr>
          <a:xfrm flipH="1">
            <a:off x="6401551" y="2979709"/>
            <a:ext cx="1806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King Bed</a:t>
            </a:r>
          </a:p>
          <a:p>
            <a:r>
              <a:rPr lang="en-US" dirty="0"/>
              <a:t>Mini Fridge</a:t>
            </a:r>
          </a:p>
          <a:p>
            <a:r>
              <a:rPr lang="en-US" dirty="0"/>
              <a:t>Sleeps 3</a:t>
            </a:r>
          </a:p>
          <a:p>
            <a:r>
              <a:rPr lang="en-US" dirty="0"/>
              <a:t>$XXX.XX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3E74FAC-34B2-7B4F-236F-97A14CC7491D}"/>
              </a:ext>
            </a:extLst>
          </p:cNvPr>
          <p:cNvSpPr txBox="1"/>
          <p:nvPr/>
        </p:nvSpPr>
        <p:spPr>
          <a:xfrm flipH="1">
            <a:off x="9089857" y="2979708"/>
            <a:ext cx="1806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King Bed</a:t>
            </a:r>
          </a:p>
          <a:p>
            <a:r>
              <a:rPr lang="en-US" dirty="0"/>
              <a:t>Mini Fridge</a:t>
            </a:r>
          </a:p>
          <a:p>
            <a:r>
              <a:rPr lang="en-US" dirty="0"/>
              <a:t>Sleeps 3</a:t>
            </a:r>
          </a:p>
          <a:p>
            <a:r>
              <a:rPr lang="en-US" dirty="0"/>
              <a:t>$XXX.XX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8EBBCEA-FDF3-9CED-1288-C6F3ADF320AD}"/>
              </a:ext>
            </a:extLst>
          </p:cNvPr>
          <p:cNvSpPr txBox="1"/>
          <p:nvPr/>
        </p:nvSpPr>
        <p:spPr>
          <a:xfrm flipH="1">
            <a:off x="976812" y="4592463"/>
            <a:ext cx="2344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Local Attractions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1257291-507B-8889-304D-14CC50C94176}"/>
              </a:ext>
            </a:extLst>
          </p:cNvPr>
          <p:cNvSpPr txBox="1"/>
          <p:nvPr/>
        </p:nvSpPr>
        <p:spPr>
          <a:xfrm flipH="1">
            <a:off x="1153276" y="5004886"/>
            <a:ext cx="618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C7DF8E4-A0B0-A916-FCFE-E8B4EE44529A}"/>
              </a:ext>
            </a:extLst>
          </p:cNvPr>
          <p:cNvSpPr txBox="1"/>
          <p:nvPr/>
        </p:nvSpPr>
        <p:spPr>
          <a:xfrm flipH="1">
            <a:off x="1153276" y="5374218"/>
            <a:ext cx="95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That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BBE0D70-D52E-5A91-4B28-0567DC9CF36F}"/>
              </a:ext>
            </a:extLst>
          </p:cNvPr>
          <p:cNvSpPr txBox="1"/>
          <p:nvPr/>
        </p:nvSpPr>
        <p:spPr>
          <a:xfrm flipH="1">
            <a:off x="935353" y="6389884"/>
            <a:ext cx="965243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Moffat Bay   Registered©	Contact Us at (555) 555-5555</a:t>
            </a: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A0E4C1C1-3BCA-BCAF-D92E-93BEA38C9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[Logo]			</a:t>
            </a:r>
            <a:r>
              <a:rPr lang="en-US" sz="2800" dirty="0"/>
              <a:t>Home   Rooms   Attractions   Contact   Account</a:t>
            </a:r>
            <a:endParaRPr lang="en-US" dirty="0"/>
          </a:p>
        </p:txBody>
      </p:sp>
      <p:sp>
        <p:nvSpPr>
          <p:cNvPr id="54" name="Action Button: Blank 5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E690F627-87BC-2100-4AF6-75EAA6ED7412}"/>
              </a:ext>
            </a:extLst>
          </p:cNvPr>
          <p:cNvSpPr/>
          <p:nvPr/>
        </p:nvSpPr>
        <p:spPr>
          <a:xfrm>
            <a:off x="4539915" y="850232"/>
            <a:ext cx="963153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Action Button: Blank 5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2BE9D85D-0E22-88DE-0EE7-0C46E3EC17EA}"/>
              </a:ext>
            </a:extLst>
          </p:cNvPr>
          <p:cNvSpPr/>
          <p:nvPr/>
        </p:nvSpPr>
        <p:spPr>
          <a:xfrm>
            <a:off x="5634038" y="850232"/>
            <a:ext cx="1109662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Action Button: Blank 55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6FE0B703-DC97-C251-509F-E626BD639D09}"/>
              </a:ext>
            </a:extLst>
          </p:cNvPr>
          <p:cNvSpPr/>
          <p:nvPr/>
        </p:nvSpPr>
        <p:spPr>
          <a:xfrm>
            <a:off x="6842760" y="850232"/>
            <a:ext cx="1676400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Action Button: Blank 5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9BC89760-5DE4-49B4-7BFD-80C4D441475C}"/>
              </a:ext>
            </a:extLst>
          </p:cNvPr>
          <p:cNvSpPr/>
          <p:nvPr/>
        </p:nvSpPr>
        <p:spPr>
          <a:xfrm>
            <a:off x="8618220" y="850232"/>
            <a:ext cx="1341120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Action Button: Blank 57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F419B392-1FF7-7235-DB6C-2375044C35DA}"/>
              </a:ext>
            </a:extLst>
          </p:cNvPr>
          <p:cNvSpPr/>
          <p:nvPr/>
        </p:nvSpPr>
        <p:spPr>
          <a:xfrm>
            <a:off x="10041731" y="850232"/>
            <a:ext cx="1251109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Action Button: Blank 58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DF913C9C-A06F-AF9E-A012-AAA5E6CF71C3}"/>
              </a:ext>
            </a:extLst>
          </p:cNvPr>
          <p:cNvSpPr/>
          <p:nvPr/>
        </p:nvSpPr>
        <p:spPr>
          <a:xfrm>
            <a:off x="10041731" y="1364802"/>
            <a:ext cx="1002507" cy="253774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Logout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3545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20B30101-7F4F-9CBB-C07E-9560D58FA99B}"/>
              </a:ext>
            </a:extLst>
          </p:cNvPr>
          <p:cNvGrpSpPr/>
          <p:nvPr/>
        </p:nvGrpSpPr>
        <p:grpSpPr>
          <a:xfrm>
            <a:off x="1000174" y="4887189"/>
            <a:ext cx="3514976" cy="2323431"/>
            <a:chOff x="888331" y="4479126"/>
            <a:chExt cx="9805737" cy="1808914"/>
          </a:xfrm>
        </p:grpSpPr>
        <p:sp>
          <p:nvSpPr>
            <p:cNvPr id="40" name="Action Button: Blank 39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35181EBD-6AE1-5574-7747-9E285A45A271}"/>
                </a:ext>
              </a:extLst>
            </p:cNvPr>
            <p:cNvSpPr/>
            <p:nvPr/>
          </p:nvSpPr>
          <p:spPr>
            <a:xfrm>
              <a:off x="888331" y="4479126"/>
              <a:ext cx="9805737" cy="1808914"/>
            </a:xfrm>
            <a:prstGeom prst="actionButtonBlank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39E9DD4-23F0-79CD-CCF7-7204AE139E7C}"/>
                </a:ext>
              </a:extLst>
            </p:cNvPr>
            <p:cNvCxnSpPr>
              <a:cxnSpLocks/>
            </p:cNvCxnSpPr>
            <p:nvPr/>
          </p:nvCxnSpPr>
          <p:spPr>
            <a:xfrm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5A0363B-2B37-3B60-BBEF-C680825B63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018C0284-25A9-CCB9-8109-E4303CFB98F1}"/>
              </a:ext>
            </a:extLst>
          </p:cNvPr>
          <p:cNvSpPr txBox="1"/>
          <p:nvPr/>
        </p:nvSpPr>
        <p:spPr>
          <a:xfrm flipH="1">
            <a:off x="976813" y="1506022"/>
            <a:ext cx="2344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Captain Ahab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0829B8D-6536-4670-0945-3BE5067BB619}"/>
              </a:ext>
            </a:extLst>
          </p:cNvPr>
          <p:cNvGrpSpPr/>
          <p:nvPr/>
        </p:nvGrpSpPr>
        <p:grpSpPr>
          <a:xfrm>
            <a:off x="1000174" y="1934433"/>
            <a:ext cx="3514976" cy="2323431"/>
            <a:chOff x="888331" y="4479126"/>
            <a:chExt cx="9805737" cy="1808914"/>
          </a:xfrm>
        </p:grpSpPr>
        <p:sp>
          <p:nvSpPr>
            <p:cNvPr id="16" name="Action Button: Blank 15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F9FE8269-DAEC-5B6B-75DA-002A3FEE7982}"/>
                </a:ext>
              </a:extLst>
            </p:cNvPr>
            <p:cNvSpPr/>
            <p:nvPr/>
          </p:nvSpPr>
          <p:spPr>
            <a:xfrm>
              <a:off x="888331" y="4479126"/>
              <a:ext cx="9805737" cy="1808914"/>
            </a:xfrm>
            <a:prstGeom prst="actionButtonBlank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08BE2D5-5505-433A-BA4D-0B54E9CADE79}"/>
                </a:ext>
              </a:extLst>
            </p:cNvPr>
            <p:cNvCxnSpPr>
              <a:cxnSpLocks/>
            </p:cNvCxnSpPr>
            <p:nvPr/>
          </p:nvCxnSpPr>
          <p:spPr>
            <a:xfrm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E30E1D3-64BE-3888-C547-4BAA216FA8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E6D6DCA3-8654-44C4-DE1A-E6FBEA0B9A25}"/>
              </a:ext>
            </a:extLst>
          </p:cNvPr>
          <p:cNvSpPr txBox="1"/>
          <p:nvPr/>
        </p:nvSpPr>
        <p:spPr>
          <a:xfrm flipH="1">
            <a:off x="5167863" y="1934433"/>
            <a:ext cx="1806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King Bed</a:t>
            </a:r>
          </a:p>
          <a:p>
            <a:r>
              <a:rPr lang="en-US" dirty="0"/>
              <a:t>Mini Fridge</a:t>
            </a:r>
          </a:p>
          <a:p>
            <a:r>
              <a:rPr lang="en-US" dirty="0"/>
              <a:t>Sleeps 3</a:t>
            </a:r>
          </a:p>
          <a:p>
            <a:r>
              <a:rPr lang="en-US" dirty="0"/>
              <a:t>$XXX.XX</a:t>
            </a:r>
          </a:p>
        </p:txBody>
      </p:sp>
      <p:sp>
        <p:nvSpPr>
          <p:cNvPr id="36" name="Arrow: Striped Right 35">
            <a:extLst>
              <a:ext uri="{FF2B5EF4-FFF2-40B4-BE49-F238E27FC236}">
                <a16:creationId xmlns:a16="http://schemas.microsoft.com/office/drawing/2014/main" id="{C6E1BDD0-119A-632D-5C8E-F9E8C76EDBE5}"/>
              </a:ext>
            </a:extLst>
          </p:cNvPr>
          <p:cNvSpPr/>
          <p:nvPr/>
        </p:nvSpPr>
        <p:spPr>
          <a:xfrm>
            <a:off x="4178267" y="2928525"/>
            <a:ext cx="336883" cy="408335"/>
          </a:xfrm>
          <a:prstGeom prst="stripedRight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Striped Right 36">
            <a:extLst>
              <a:ext uri="{FF2B5EF4-FFF2-40B4-BE49-F238E27FC236}">
                <a16:creationId xmlns:a16="http://schemas.microsoft.com/office/drawing/2014/main" id="{80190B5A-7D34-8247-A8E0-9D9BB608903A}"/>
              </a:ext>
            </a:extLst>
          </p:cNvPr>
          <p:cNvSpPr/>
          <p:nvPr/>
        </p:nvSpPr>
        <p:spPr>
          <a:xfrm rot="10800000">
            <a:off x="1000174" y="2891980"/>
            <a:ext cx="336883" cy="408335"/>
          </a:xfrm>
          <a:prstGeom prst="stripedRight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79E3B8D-2F6E-6B7B-9E32-2BD5E5806549}"/>
              </a:ext>
            </a:extLst>
          </p:cNvPr>
          <p:cNvSpPr txBox="1"/>
          <p:nvPr/>
        </p:nvSpPr>
        <p:spPr>
          <a:xfrm flipH="1">
            <a:off x="976813" y="4458778"/>
            <a:ext cx="2344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The White Whale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64C44D4-CAC7-3E0E-9FEB-9DF9D83CD693}"/>
              </a:ext>
            </a:extLst>
          </p:cNvPr>
          <p:cNvSpPr txBox="1"/>
          <p:nvPr/>
        </p:nvSpPr>
        <p:spPr>
          <a:xfrm flipH="1">
            <a:off x="5167863" y="4887189"/>
            <a:ext cx="1806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Queen Bed</a:t>
            </a:r>
          </a:p>
          <a:p>
            <a:r>
              <a:rPr lang="en-US" dirty="0"/>
              <a:t>Mini Fridge</a:t>
            </a:r>
          </a:p>
          <a:p>
            <a:r>
              <a:rPr lang="en-US" dirty="0"/>
              <a:t>Sleeps 3</a:t>
            </a:r>
          </a:p>
          <a:p>
            <a:r>
              <a:rPr lang="en-US" dirty="0"/>
              <a:t>$XXX.XX</a:t>
            </a:r>
          </a:p>
        </p:txBody>
      </p:sp>
      <p:sp>
        <p:nvSpPr>
          <p:cNvPr id="44" name="Arrow: Striped Right 43">
            <a:extLst>
              <a:ext uri="{FF2B5EF4-FFF2-40B4-BE49-F238E27FC236}">
                <a16:creationId xmlns:a16="http://schemas.microsoft.com/office/drawing/2014/main" id="{CCCC7026-EB09-83FD-6329-684592CB6CCB}"/>
              </a:ext>
            </a:extLst>
          </p:cNvPr>
          <p:cNvSpPr/>
          <p:nvPr/>
        </p:nvSpPr>
        <p:spPr>
          <a:xfrm>
            <a:off x="4178267" y="5881281"/>
            <a:ext cx="336883" cy="408335"/>
          </a:xfrm>
          <a:prstGeom prst="stripedRight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Arrow: Striped Right 44">
            <a:extLst>
              <a:ext uri="{FF2B5EF4-FFF2-40B4-BE49-F238E27FC236}">
                <a16:creationId xmlns:a16="http://schemas.microsoft.com/office/drawing/2014/main" id="{43B81162-E073-507B-05A1-E659202640BD}"/>
              </a:ext>
            </a:extLst>
          </p:cNvPr>
          <p:cNvSpPr/>
          <p:nvPr/>
        </p:nvSpPr>
        <p:spPr>
          <a:xfrm rot="10800000">
            <a:off x="1000174" y="5844736"/>
            <a:ext cx="336883" cy="408335"/>
          </a:xfrm>
          <a:prstGeom prst="stripedRight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Action Button: Blank 4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27CA2860-DEC3-5881-0AC5-5F535C0FE932}"/>
              </a:ext>
            </a:extLst>
          </p:cNvPr>
          <p:cNvSpPr/>
          <p:nvPr/>
        </p:nvSpPr>
        <p:spPr>
          <a:xfrm>
            <a:off x="481263" y="6091726"/>
            <a:ext cx="4491790" cy="766274"/>
          </a:xfrm>
          <a:prstGeom prst="actionButtonBlank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FD48E82-94AA-28FF-0AB4-D112AE0FA193}"/>
              </a:ext>
            </a:extLst>
          </p:cNvPr>
          <p:cNvSpPr txBox="1"/>
          <p:nvPr/>
        </p:nvSpPr>
        <p:spPr>
          <a:xfrm flipH="1">
            <a:off x="935353" y="6389884"/>
            <a:ext cx="965243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Moffat Bay   Registered©	Contact Us at (555) 555-5555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037EEA0-A018-4667-85B2-E7BCEAF37228}"/>
              </a:ext>
            </a:extLst>
          </p:cNvPr>
          <p:cNvSpPr txBox="1"/>
          <p:nvPr/>
        </p:nvSpPr>
        <p:spPr>
          <a:xfrm flipH="1">
            <a:off x="7337506" y="1913705"/>
            <a:ext cx="2344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Limited Availability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A182E62-7890-5540-4933-9E2A3833ECCA}"/>
              </a:ext>
            </a:extLst>
          </p:cNvPr>
          <p:cNvSpPr txBox="1"/>
          <p:nvPr/>
        </p:nvSpPr>
        <p:spPr>
          <a:xfrm flipH="1">
            <a:off x="7346882" y="4887189"/>
            <a:ext cx="2344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Available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5BBD061-1717-06B8-3937-92FFA8F236D1}"/>
              </a:ext>
            </a:extLst>
          </p:cNvPr>
          <p:cNvSpPr txBox="1"/>
          <p:nvPr/>
        </p:nvSpPr>
        <p:spPr>
          <a:xfrm flipH="1">
            <a:off x="7346882" y="5294872"/>
            <a:ext cx="1806744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Reserve Today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FE2CFD8-B608-B2A7-69AE-54A86043761C}"/>
              </a:ext>
            </a:extLst>
          </p:cNvPr>
          <p:cNvSpPr txBox="1"/>
          <p:nvPr/>
        </p:nvSpPr>
        <p:spPr>
          <a:xfrm flipH="1">
            <a:off x="7346882" y="2305082"/>
            <a:ext cx="1806744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Reserve Today</a:t>
            </a: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377CBAF4-84C3-5860-089B-30977A2D8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[Logo]			</a:t>
            </a:r>
            <a:r>
              <a:rPr lang="en-US" sz="2800" dirty="0"/>
              <a:t>Home   Rooms   Attractions   Contact   Account</a:t>
            </a:r>
            <a:endParaRPr lang="en-US" dirty="0"/>
          </a:p>
        </p:txBody>
      </p:sp>
      <p:sp>
        <p:nvSpPr>
          <p:cNvPr id="51" name="Action Button: Blank 50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E027A97F-AC39-EE88-AE84-572D1AA5B439}"/>
              </a:ext>
            </a:extLst>
          </p:cNvPr>
          <p:cNvSpPr/>
          <p:nvPr/>
        </p:nvSpPr>
        <p:spPr>
          <a:xfrm>
            <a:off x="4539915" y="850232"/>
            <a:ext cx="963153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Action Button: Blank 51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D5709DDA-3520-41A2-A57F-381819BA7EC4}"/>
              </a:ext>
            </a:extLst>
          </p:cNvPr>
          <p:cNvSpPr/>
          <p:nvPr/>
        </p:nvSpPr>
        <p:spPr>
          <a:xfrm>
            <a:off x="5634038" y="850232"/>
            <a:ext cx="1109662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Action Button: Blank 52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EEABB97C-700F-27CC-2AAE-DC5508DF7DFE}"/>
              </a:ext>
            </a:extLst>
          </p:cNvPr>
          <p:cNvSpPr/>
          <p:nvPr/>
        </p:nvSpPr>
        <p:spPr>
          <a:xfrm>
            <a:off x="6842760" y="850232"/>
            <a:ext cx="1676400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Action Button: Blank 53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C89F3197-5329-F704-2994-21873980F1D9}"/>
              </a:ext>
            </a:extLst>
          </p:cNvPr>
          <p:cNvSpPr/>
          <p:nvPr/>
        </p:nvSpPr>
        <p:spPr>
          <a:xfrm>
            <a:off x="8618220" y="850232"/>
            <a:ext cx="1341120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Action Button: Blank 54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D0CBB97E-1E2D-9BFE-EC7C-217E1C7FFB93}"/>
              </a:ext>
            </a:extLst>
          </p:cNvPr>
          <p:cNvSpPr/>
          <p:nvPr/>
        </p:nvSpPr>
        <p:spPr>
          <a:xfrm>
            <a:off x="10041731" y="850232"/>
            <a:ext cx="1251109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Action Button: Blank 55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92894878-0F34-D71E-68B6-33E87901C92D}"/>
              </a:ext>
            </a:extLst>
          </p:cNvPr>
          <p:cNvSpPr/>
          <p:nvPr/>
        </p:nvSpPr>
        <p:spPr>
          <a:xfrm>
            <a:off x="10041731" y="1364802"/>
            <a:ext cx="1002507" cy="253774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Logout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94416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538A9C2A-04BB-35DA-30BF-6AA28C781712}"/>
              </a:ext>
            </a:extLst>
          </p:cNvPr>
          <p:cNvSpPr txBox="1"/>
          <p:nvPr/>
        </p:nvSpPr>
        <p:spPr>
          <a:xfrm flipH="1">
            <a:off x="838200" y="1690688"/>
            <a:ext cx="2344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Bay Falls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7E0C87B-D086-4442-CFDA-13EB0CBB4FD9}"/>
              </a:ext>
            </a:extLst>
          </p:cNvPr>
          <p:cNvGrpSpPr/>
          <p:nvPr/>
        </p:nvGrpSpPr>
        <p:grpSpPr>
          <a:xfrm>
            <a:off x="838200" y="2060020"/>
            <a:ext cx="3514976" cy="2323431"/>
            <a:chOff x="888331" y="4479126"/>
            <a:chExt cx="9805737" cy="1808914"/>
          </a:xfrm>
        </p:grpSpPr>
        <p:sp>
          <p:nvSpPr>
            <p:cNvPr id="19" name="Action Button: Blank 18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81C6EAF6-9EF6-6A7F-D332-F88FEC046FFD}"/>
                </a:ext>
              </a:extLst>
            </p:cNvPr>
            <p:cNvSpPr/>
            <p:nvPr/>
          </p:nvSpPr>
          <p:spPr>
            <a:xfrm>
              <a:off x="888331" y="4479126"/>
              <a:ext cx="9805737" cy="1808914"/>
            </a:xfrm>
            <a:prstGeom prst="actionButtonBlank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041EC36-D3FD-39B8-61DE-BCF7BB0353CA}"/>
                </a:ext>
              </a:extLst>
            </p:cNvPr>
            <p:cNvCxnSpPr>
              <a:cxnSpLocks/>
            </p:cNvCxnSpPr>
            <p:nvPr/>
          </p:nvCxnSpPr>
          <p:spPr>
            <a:xfrm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8106D42-C431-8592-B584-844BE9EFE8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88787759-19C2-6CE6-7901-25AEB6D7C285}"/>
              </a:ext>
            </a:extLst>
          </p:cNvPr>
          <p:cNvSpPr txBox="1"/>
          <p:nvPr/>
        </p:nvSpPr>
        <p:spPr>
          <a:xfrm flipH="1">
            <a:off x="5011177" y="2080748"/>
            <a:ext cx="21790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Explore Local Waterfall</a:t>
            </a:r>
          </a:p>
          <a:p>
            <a:endParaRPr lang="en-US" dirty="0"/>
          </a:p>
          <a:p>
            <a:r>
              <a:rPr lang="en-US" dirty="0"/>
              <a:t>Secluded and disconnected from the buzz of the city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79CBA5-94AB-A7C6-3D51-3A397F09EF18}"/>
              </a:ext>
            </a:extLst>
          </p:cNvPr>
          <p:cNvSpPr txBox="1"/>
          <p:nvPr/>
        </p:nvSpPr>
        <p:spPr>
          <a:xfrm flipH="1">
            <a:off x="7190196" y="2451397"/>
            <a:ext cx="227464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Find a Guide Today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7FF4B24-6F16-3C48-3FF5-29400E132C97}"/>
              </a:ext>
            </a:extLst>
          </p:cNvPr>
          <p:cNvGrpSpPr/>
          <p:nvPr/>
        </p:nvGrpSpPr>
        <p:grpSpPr>
          <a:xfrm>
            <a:off x="838200" y="5597500"/>
            <a:ext cx="3514976" cy="2323431"/>
            <a:chOff x="888331" y="4479126"/>
            <a:chExt cx="9805737" cy="1808914"/>
          </a:xfrm>
        </p:grpSpPr>
        <p:sp>
          <p:nvSpPr>
            <p:cNvPr id="26" name="Action Button: Blank 25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902F9E0F-DAB7-3A68-DF32-438E2A27FC3C}"/>
                </a:ext>
              </a:extLst>
            </p:cNvPr>
            <p:cNvSpPr/>
            <p:nvPr/>
          </p:nvSpPr>
          <p:spPr>
            <a:xfrm>
              <a:off x="888331" y="4479126"/>
              <a:ext cx="9805737" cy="1808914"/>
            </a:xfrm>
            <a:prstGeom prst="actionButtonBlank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10E690B-DFAD-449E-2C40-DB57781BC6C3}"/>
                </a:ext>
              </a:extLst>
            </p:cNvPr>
            <p:cNvCxnSpPr>
              <a:cxnSpLocks/>
            </p:cNvCxnSpPr>
            <p:nvPr/>
          </p:nvCxnSpPr>
          <p:spPr>
            <a:xfrm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E18C052-9A0B-810B-4C7B-071E04BB30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7FF48937-6F9F-5B72-943B-C8EA9D101DCE}"/>
              </a:ext>
            </a:extLst>
          </p:cNvPr>
          <p:cNvSpPr txBox="1"/>
          <p:nvPr/>
        </p:nvSpPr>
        <p:spPr>
          <a:xfrm flipH="1">
            <a:off x="838199" y="5183378"/>
            <a:ext cx="2344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Guided Boat Trips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A4A35B-BCE2-79D9-8CC9-DE5E680F0D28}"/>
              </a:ext>
            </a:extLst>
          </p:cNvPr>
          <p:cNvSpPr txBox="1"/>
          <p:nvPr/>
        </p:nvSpPr>
        <p:spPr>
          <a:xfrm flipH="1">
            <a:off x="5011177" y="5589621"/>
            <a:ext cx="21790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Explore Local </a:t>
            </a:r>
            <a:r>
              <a:rPr lang="en-US" dirty="0" err="1"/>
              <a:t>WildLife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3920814-E466-4394-03F5-0F85DA4B3E31}"/>
              </a:ext>
            </a:extLst>
          </p:cNvPr>
          <p:cNvSpPr txBox="1"/>
          <p:nvPr/>
        </p:nvSpPr>
        <p:spPr>
          <a:xfrm flipH="1">
            <a:off x="7190196" y="5960270"/>
            <a:ext cx="227464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Find a Guide Today</a:t>
            </a:r>
          </a:p>
        </p:txBody>
      </p:sp>
      <p:sp>
        <p:nvSpPr>
          <p:cNvPr id="32" name="Action Button: Blank 3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8CFEA9E2-F074-8F62-DD2C-D57E710BF5A6}"/>
              </a:ext>
            </a:extLst>
          </p:cNvPr>
          <p:cNvSpPr/>
          <p:nvPr/>
        </p:nvSpPr>
        <p:spPr>
          <a:xfrm>
            <a:off x="481263" y="6091726"/>
            <a:ext cx="4491790" cy="766274"/>
          </a:xfrm>
          <a:prstGeom prst="actionButtonBlank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F20793-5E46-4949-0226-77B0446DAA3E}"/>
              </a:ext>
            </a:extLst>
          </p:cNvPr>
          <p:cNvSpPr txBox="1"/>
          <p:nvPr/>
        </p:nvSpPr>
        <p:spPr>
          <a:xfrm flipH="1">
            <a:off x="935353" y="6389884"/>
            <a:ext cx="965243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Moffat Bay   Registered©	Contact Us at (555) 555-5555</a:t>
            </a:r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EB16E01C-C34A-4DDE-B252-11F520167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[Logo]			</a:t>
            </a:r>
            <a:r>
              <a:rPr lang="en-US" sz="2800" dirty="0"/>
              <a:t>Home   Rooms   Attractions   Contact   Account</a:t>
            </a:r>
            <a:endParaRPr lang="en-US" dirty="0"/>
          </a:p>
        </p:txBody>
      </p:sp>
      <p:sp>
        <p:nvSpPr>
          <p:cNvPr id="45" name="Action Button: Blank 4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56BCCCCB-5A6F-B339-9462-3B42702B6EE2}"/>
              </a:ext>
            </a:extLst>
          </p:cNvPr>
          <p:cNvSpPr/>
          <p:nvPr/>
        </p:nvSpPr>
        <p:spPr>
          <a:xfrm>
            <a:off x="4539915" y="850232"/>
            <a:ext cx="963153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Action Button: Blank 45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E4FBD254-3781-9CF4-F143-C437B2F8B662}"/>
              </a:ext>
            </a:extLst>
          </p:cNvPr>
          <p:cNvSpPr/>
          <p:nvPr/>
        </p:nvSpPr>
        <p:spPr>
          <a:xfrm>
            <a:off x="5634038" y="850232"/>
            <a:ext cx="1109662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Action Button: Blank 46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848D318B-9D2F-491B-A889-FA6185F66D13}"/>
              </a:ext>
            </a:extLst>
          </p:cNvPr>
          <p:cNvSpPr/>
          <p:nvPr/>
        </p:nvSpPr>
        <p:spPr>
          <a:xfrm>
            <a:off x="6842760" y="850232"/>
            <a:ext cx="1676400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Action Button: Blank 47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14505FCB-6C56-6731-A1C5-6A3263637196}"/>
              </a:ext>
            </a:extLst>
          </p:cNvPr>
          <p:cNvSpPr/>
          <p:nvPr/>
        </p:nvSpPr>
        <p:spPr>
          <a:xfrm>
            <a:off x="8618220" y="850232"/>
            <a:ext cx="1341120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ction Button: Blank 48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DE25AB30-78B1-2A54-7A78-82E80714EAF4}"/>
              </a:ext>
            </a:extLst>
          </p:cNvPr>
          <p:cNvSpPr/>
          <p:nvPr/>
        </p:nvSpPr>
        <p:spPr>
          <a:xfrm>
            <a:off x="10041731" y="850232"/>
            <a:ext cx="1251109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Action Button: Blank 49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ECF5F326-DA8E-6C38-41FE-28A2CEFFD0F9}"/>
              </a:ext>
            </a:extLst>
          </p:cNvPr>
          <p:cNvSpPr/>
          <p:nvPr/>
        </p:nvSpPr>
        <p:spPr>
          <a:xfrm>
            <a:off x="10041731" y="1364802"/>
            <a:ext cx="1002507" cy="253774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Logout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2576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74EE75A5-3BDB-6D29-99AF-02698E907F68}"/>
              </a:ext>
            </a:extLst>
          </p:cNvPr>
          <p:cNvSpPr txBox="1"/>
          <p:nvPr/>
        </p:nvSpPr>
        <p:spPr>
          <a:xfrm flipH="1">
            <a:off x="935353" y="6389884"/>
            <a:ext cx="965243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Moffat Bay   Registered©	Contact Us at (555) 555-5555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E03003-B638-1E20-BAFC-5149F32EC69A}"/>
              </a:ext>
            </a:extLst>
          </p:cNvPr>
          <p:cNvSpPr txBox="1"/>
          <p:nvPr/>
        </p:nvSpPr>
        <p:spPr>
          <a:xfrm flipH="1">
            <a:off x="935353" y="1951672"/>
            <a:ext cx="23445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Contact</a:t>
            </a:r>
            <a:endParaRPr lang="en-US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08DF38-E522-18D0-D668-26DD01CC0C31}"/>
              </a:ext>
            </a:extLst>
          </p:cNvPr>
          <p:cNvSpPr txBox="1"/>
          <p:nvPr/>
        </p:nvSpPr>
        <p:spPr>
          <a:xfrm flipH="1">
            <a:off x="1244165" y="2735876"/>
            <a:ext cx="4145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Call to Reserve a Room (555) 555-0001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E84341-EBF7-346A-F9AF-AD0E70E260B5}"/>
              </a:ext>
            </a:extLst>
          </p:cNvPr>
          <p:cNvSpPr txBox="1"/>
          <p:nvPr/>
        </p:nvSpPr>
        <p:spPr>
          <a:xfrm flipH="1">
            <a:off x="1244165" y="2996860"/>
            <a:ext cx="4145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Call to Leave a Review   (555) 555-0002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3ED67E-AE05-07AC-4055-4CFF206275E1}"/>
              </a:ext>
            </a:extLst>
          </p:cNvPr>
          <p:cNvSpPr txBox="1"/>
          <p:nvPr/>
        </p:nvSpPr>
        <p:spPr>
          <a:xfrm flipH="1">
            <a:off x="935352" y="3708321"/>
            <a:ext cx="23445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Join Us</a:t>
            </a:r>
            <a:endParaRPr lang="en-US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555948-D160-6963-5EE4-A900EFEA759D}"/>
              </a:ext>
            </a:extLst>
          </p:cNvPr>
          <p:cNvSpPr txBox="1"/>
          <p:nvPr/>
        </p:nvSpPr>
        <p:spPr>
          <a:xfrm flipH="1">
            <a:off x="1244165" y="4378214"/>
            <a:ext cx="4145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Available Jobs                    (555) 555-0009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2ECD75-22CA-7F62-8352-2D1376FC21DF}"/>
              </a:ext>
            </a:extLst>
          </p:cNvPr>
          <p:cNvSpPr txBox="1"/>
          <p:nvPr/>
        </p:nvSpPr>
        <p:spPr>
          <a:xfrm flipH="1">
            <a:off x="1244165" y="3302248"/>
            <a:ext cx="4145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Book a Block                       (555) 555-0004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A64911BB-EFC5-AD1F-FF49-972F93331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[Logo]			</a:t>
            </a:r>
            <a:r>
              <a:rPr lang="en-US" sz="2800" dirty="0"/>
              <a:t>Home   Rooms   Attractions   Contact   Account</a:t>
            </a:r>
            <a:endParaRPr lang="en-US" dirty="0"/>
          </a:p>
        </p:txBody>
      </p:sp>
      <p:sp>
        <p:nvSpPr>
          <p:cNvPr id="36" name="Action Button: Blank 35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41954F8E-577B-65B1-74F7-563210802FF2}"/>
              </a:ext>
            </a:extLst>
          </p:cNvPr>
          <p:cNvSpPr/>
          <p:nvPr/>
        </p:nvSpPr>
        <p:spPr>
          <a:xfrm>
            <a:off x="4539915" y="850232"/>
            <a:ext cx="963153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ction Button: Blank 36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3CF66673-EC83-B2EF-1078-651451226A0C}"/>
              </a:ext>
            </a:extLst>
          </p:cNvPr>
          <p:cNvSpPr/>
          <p:nvPr/>
        </p:nvSpPr>
        <p:spPr>
          <a:xfrm>
            <a:off x="5634038" y="850232"/>
            <a:ext cx="1109662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ction Button: Blank 37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E92967FD-B445-E98C-B34E-5C55BC13F946}"/>
              </a:ext>
            </a:extLst>
          </p:cNvPr>
          <p:cNvSpPr/>
          <p:nvPr/>
        </p:nvSpPr>
        <p:spPr>
          <a:xfrm>
            <a:off x="6842760" y="850232"/>
            <a:ext cx="1676400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ction Button: Blank 38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2B57CE9D-3CCD-F61B-B2D8-771E6CBA20D5}"/>
              </a:ext>
            </a:extLst>
          </p:cNvPr>
          <p:cNvSpPr/>
          <p:nvPr/>
        </p:nvSpPr>
        <p:spPr>
          <a:xfrm>
            <a:off x="8618220" y="850232"/>
            <a:ext cx="1341120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Action Button: Blank 39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2E4C44A4-631E-F13E-285F-136ACC5ECF06}"/>
              </a:ext>
            </a:extLst>
          </p:cNvPr>
          <p:cNvSpPr/>
          <p:nvPr/>
        </p:nvSpPr>
        <p:spPr>
          <a:xfrm>
            <a:off x="10041731" y="850232"/>
            <a:ext cx="1251109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Action Button: Blank 40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44EBE75D-1406-5FCD-A2A7-06DF6BFF1F85}"/>
              </a:ext>
            </a:extLst>
          </p:cNvPr>
          <p:cNvSpPr/>
          <p:nvPr/>
        </p:nvSpPr>
        <p:spPr>
          <a:xfrm>
            <a:off x="10041731" y="1364802"/>
            <a:ext cx="1002507" cy="253774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Logout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04336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74EE75A5-3BDB-6D29-99AF-02698E907F68}"/>
              </a:ext>
            </a:extLst>
          </p:cNvPr>
          <p:cNvSpPr txBox="1"/>
          <p:nvPr/>
        </p:nvSpPr>
        <p:spPr>
          <a:xfrm flipH="1">
            <a:off x="935353" y="6389884"/>
            <a:ext cx="965243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Moffat Bay   Registered©	Contact Us at (555) 555-5555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E03003-B638-1E20-BAFC-5149F32EC69A}"/>
              </a:ext>
            </a:extLst>
          </p:cNvPr>
          <p:cNvSpPr txBox="1"/>
          <p:nvPr/>
        </p:nvSpPr>
        <p:spPr>
          <a:xfrm flipH="1">
            <a:off x="935353" y="1951672"/>
            <a:ext cx="23445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Account</a:t>
            </a:r>
            <a:endParaRPr lang="en-US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08DF38-E522-18D0-D668-26DD01CC0C31}"/>
              </a:ext>
            </a:extLst>
          </p:cNvPr>
          <p:cNvSpPr txBox="1"/>
          <p:nvPr/>
        </p:nvSpPr>
        <p:spPr>
          <a:xfrm flipH="1">
            <a:off x="3279908" y="2718667"/>
            <a:ext cx="4145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Email                                      Test@mail.com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E84341-EBF7-346A-F9AF-AD0E70E260B5}"/>
              </a:ext>
            </a:extLst>
          </p:cNvPr>
          <p:cNvSpPr txBox="1"/>
          <p:nvPr/>
        </p:nvSpPr>
        <p:spPr>
          <a:xfrm flipH="1">
            <a:off x="3279908" y="2979651"/>
            <a:ext cx="4145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Full Name                             Maria Test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2ECD75-22CA-7F62-8352-2D1376FC21DF}"/>
              </a:ext>
            </a:extLst>
          </p:cNvPr>
          <p:cNvSpPr txBox="1"/>
          <p:nvPr/>
        </p:nvSpPr>
        <p:spPr>
          <a:xfrm flipH="1">
            <a:off x="3279908" y="3285039"/>
            <a:ext cx="4145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Phone                                      (555) 555-0042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CF7A90C-B7D3-36F5-3C1A-F40969412511}"/>
              </a:ext>
            </a:extLst>
          </p:cNvPr>
          <p:cNvGrpSpPr/>
          <p:nvPr/>
        </p:nvGrpSpPr>
        <p:grpSpPr>
          <a:xfrm>
            <a:off x="1024939" y="2669143"/>
            <a:ext cx="1807161" cy="2121556"/>
            <a:chOff x="888331" y="4479126"/>
            <a:chExt cx="9805737" cy="1808914"/>
          </a:xfrm>
        </p:grpSpPr>
        <p:sp>
          <p:nvSpPr>
            <p:cNvPr id="3" name="Action Button: Blank 2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BCEAFD97-A48F-DC0A-6F66-775CFE53D69F}"/>
                </a:ext>
              </a:extLst>
            </p:cNvPr>
            <p:cNvSpPr/>
            <p:nvPr/>
          </p:nvSpPr>
          <p:spPr>
            <a:xfrm>
              <a:off x="888331" y="4479126"/>
              <a:ext cx="9805737" cy="1808914"/>
            </a:xfrm>
            <a:prstGeom prst="actionButtonBlank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4572809-F7C4-D50C-B2FD-9E3EA8558D4E}"/>
                </a:ext>
              </a:extLst>
            </p:cNvPr>
            <p:cNvCxnSpPr>
              <a:cxnSpLocks/>
            </p:cNvCxnSpPr>
            <p:nvPr/>
          </p:nvCxnSpPr>
          <p:spPr>
            <a:xfrm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4A5A0DA-DF23-6AB9-12B7-6AF7C4B4C2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8331" y="4479126"/>
              <a:ext cx="9805737" cy="18089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6884AD9-4F96-CF1E-A921-92FA5669303B}"/>
              </a:ext>
            </a:extLst>
          </p:cNvPr>
          <p:cNvSpPr txBox="1"/>
          <p:nvPr/>
        </p:nvSpPr>
        <p:spPr>
          <a:xfrm flipH="1">
            <a:off x="5670482" y="4684768"/>
            <a:ext cx="2344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Delete Account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A78D727-DE6B-373A-7306-D1619531A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[Logo]			</a:t>
            </a:r>
            <a:r>
              <a:rPr lang="en-US" sz="2800" dirty="0"/>
              <a:t>Home   Rooms   Attractions   Contact   Account</a:t>
            </a:r>
            <a:endParaRPr lang="en-US" dirty="0"/>
          </a:p>
        </p:txBody>
      </p:sp>
      <p:sp>
        <p:nvSpPr>
          <p:cNvPr id="10" name="Action Button: Blank 9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39F94911-0AA9-D92C-33E8-F601DF3193EE}"/>
              </a:ext>
            </a:extLst>
          </p:cNvPr>
          <p:cNvSpPr/>
          <p:nvPr/>
        </p:nvSpPr>
        <p:spPr>
          <a:xfrm>
            <a:off x="4539915" y="850232"/>
            <a:ext cx="963153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ction Button: Blank 10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A3BEBF77-688F-0D34-E342-DD12D9F86D86}"/>
              </a:ext>
            </a:extLst>
          </p:cNvPr>
          <p:cNvSpPr/>
          <p:nvPr/>
        </p:nvSpPr>
        <p:spPr>
          <a:xfrm>
            <a:off x="5634038" y="850232"/>
            <a:ext cx="1109662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ction Button: Blank 12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60D9037B-C131-7E85-3E1A-0F01ABBBC0B5}"/>
              </a:ext>
            </a:extLst>
          </p:cNvPr>
          <p:cNvSpPr/>
          <p:nvPr/>
        </p:nvSpPr>
        <p:spPr>
          <a:xfrm>
            <a:off x="6842760" y="850232"/>
            <a:ext cx="1676400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ction Button: Blank 13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B56835F8-17CE-6966-13A1-F48C8CA8DF4F}"/>
              </a:ext>
            </a:extLst>
          </p:cNvPr>
          <p:cNvSpPr/>
          <p:nvPr/>
        </p:nvSpPr>
        <p:spPr>
          <a:xfrm>
            <a:off x="8618220" y="850232"/>
            <a:ext cx="1341120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ction Button: Blank 16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F7F7F016-B132-1F7C-4F23-DD36C3898D20}"/>
              </a:ext>
            </a:extLst>
          </p:cNvPr>
          <p:cNvSpPr/>
          <p:nvPr/>
        </p:nvSpPr>
        <p:spPr>
          <a:xfrm>
            <a:off x="10041731" y="850232"/>
            <a:ext cx="1251109" cy="433136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ction Button: Blank 17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4C54D767-BEF3-D91B-7993-186BAA9436CF}"/>
              </a:ext>
            </a:extLst>
          </p:cNvPr>
          <p:cNvSpPr/>
          <p:nvPr/>
        </p:nvSpPr>
        <p:spPr>
          <a:xfrm>
            <a:off x="10041731" y="1364802"/>
            <a:ext cx="1002507" cy="253774"/>
          </a:xfrm>
          <a:prstGeom prst="actionButtonBlan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Logout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9046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762</Words>
  <Application>Microsoft Office PowerPoint</Application>
  <PresentationFormat>Widescreen</PresentationFormat>
  <Paragraphs>195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[Logo]   Home   Rooms   Attractions   Contact   Login</vt:lpstr>
      <vt:lpstr>[Logo]   Home   Rooms   Attractions   Contact   Login</vt:lpstr>
      <vt:lpstr>[Logo]   Home   Rooms   Attractions   Contact   Login</vt:lpstr>
      <vt:lpstr>[Logo]   Home   Rooms   Attractions   Contact   Login</vt:lpstr>
      <vt:lpstr>[Logo]   Home   Rooms   Attractions   Contact   Login</vt:lpstr>
      <vt:lpstr>[Logo]   Home   Rooms   Attractions   Contact   Login</vt:lpstr>
      <vt:lpstr>[Logo]                        Schedule       Reports    Account</vt:lpstr>
      <vt:lpstr>[Logo]                        Schedule       Reports    Account</vt:lpstr>
      <vt:lpstr>[Logo]                        Schedule       Reports    Account</vt:lpstr>
      <vt:lpstr>[Logo]                        Schedule       Reports    Account</vt:lpstr>
      <vt:lpstr>[Logo]                        Schedule       Reports    Account</vt:lpstr>
      <vt:lpstr>[Logo]   Home   Rooms   Attractions   Contact   Account</vt:lpstr>
      <vt:lpstr>[Logo]   Home   Rooms   Attractions   Contact   Account</vt:lpstr>
      <vt:lpstr>[Logo]   Home   Rooms   Attractions   Contact   Account</vt:lpstr>
      <vt:lpstr>[Logo]   Home   Rooms   Attractions   Contact   Account</vt:lpstr>
      <vt:lpstr>[Logo]   Home   Rooms   Attractions   Contact   Account</vt:lpstr>
      <vt:lpstr>[Logo]   Home   Rooms   Attractions   Contact   Account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Sidzyik</dc:creator>
  <cp:lastModifiedBy>Samuel Sidzyik</cp:lastModifiedBy>
  <cp:revision>2</cp:revision>
  <dcterms:created xsi:type="dcterms:W3CDTF">2026-10-29T20:20:26Z</dcterms:created>
  <dcterms:modified xsi:type="dcterms:W3CDTF">2026-10-30T01:12:51Z</dcterms:modified>
</cp:coreProperties>
</file>